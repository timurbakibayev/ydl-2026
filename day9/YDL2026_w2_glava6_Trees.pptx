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YDL 2026 · Неделя 2 · Глава 6 (по Жерону)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Деревья принятия решений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(Decision Trees)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Обучение, прогнозы, алгоритм CART, регуляризация и ограничения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дерево решений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принятия решений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универсальный алгоритм для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мощный, способен подгоняться к сложным наборам (вплоть до переобучения).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42316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Фундаментальный компонент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случайных лесов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(глава 7).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0263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802636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достоинство: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«белого ящика»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решения легко интерпретировать.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4271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44271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не требует подготовки данных: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не нужно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Код: обучаем дерево на ирисах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22494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344168"/>
            <a:ext cx="78089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sklearn.datasets import load_iris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= load_iris()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iris.data[:, 2:]   # длина и ширина лепестка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iris.target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tree_clf = DecisionTreeClassifier(max_depth=2)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tree_clf.fit(X, y)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Дерево решений для ирисов (max_depth=2)</a:t>
            </a:r>
            <a:endParaRPr lang="en-US" sz="2500" dirty="0"/>
          </a:p>
        </p:txBody>
      </p:sp>
      <p:pic>
        <p:nvPicPr>
          <p:cNvPr id="3" name="Image 0" descr="tre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786" y="1234440"/>
            <a:ext cx="5778427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Сгенерировано sklearn.tree.plot_tree на реальном наборе iris. Числа samples и value совпадают с проверкой в Python.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дерево вырабатывает прогноз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Начинаем с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корневого узла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(глубина 0): «длина лепестка ≤ 2.45 см?»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да → левый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листовой узел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класс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щетинистый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(setosa).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нет → правый узел задаёт новый вопрос: «ширина лепестка ≤ 1.75 см?»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сколько обучающих образцов попало в узел.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сколько образцов каждого класса;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мера загрязнённости узла.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Границы решений дерева</a:t>
            </a:r>
            <a:endParaRPr lang="en-US" sz="2500" dirty="0"/>
          </a:p>
        </p:txBody>
      </p:sp>
      <p:pic>
        <p:nvPicPr>
          <p:cNvPr id="3" name="Image 0" descr="tree_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2" y="1371600"/>
            <a:ext cx="4324356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66360" y="15544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58968" y="1554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Толстая линия: граница корня (длина = 2.45).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66360" y="225856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58968" y="225856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Левая область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(только setosa), не делится дальше.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66360" y="29626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58968" y="296265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Правая область делится по ширине = 1.75 (пунктир).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66360" y="366674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58968" y="3666744"/>
            <a:ext cx="36118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max_depth=2 останавливает рост здесь.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Загрязнённость Джини, проверено в Python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Gᵢ = 1 − Σ pᵢₖ². Узел «чист» (gini=0), если все образцы одного класса.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07008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9888" y="1783080"/>
            <a:ext cx="7342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1 − (50/150)² × 3 =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0.6667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9888" y="2162556"/>
            <a:ext cx="7342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Узел глубина 2 слева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1 − (0/54)² − (49/54)² − (5/54)² =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0.168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значения мы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посчитали в Python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сверили с деревом, а не списали со слайда.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20954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209544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умеет и оценивать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для цветка [5, 1.5] → 0% /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90.7%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9.3%.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обучения CART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CART: как растёт дерево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(Classification And Regression Tree): расщепляет набор по признаку k и порогу tₖ.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 пару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(k, tₖ)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дающую самые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поднаборы (взвешенные по размеру).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издержек: J(k, tₖ) = (m_лев/m)·G_лев + (m_прав/m)·G_прав.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делит поднаборы; останавливается по max_depth или когда чистоту не улучшить.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Жадный алгоритм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оптимален на каждом шаге, но не глобально (поиск оптимума, NP-полная задача).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Сложность · Джини или энтропия?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обход дерева ≈ O(log₂ m), независимо от числа признаков, очень быстро.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сравнение всех признаков на всех образцах ≈ O(n · m · log m).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Энтропия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альтернатива Джини (criterion="entropy").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2542032"/>
            <a:ext cx="7342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число!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Книга даёт энтропию узла ≈ 0.31 (натуральный log), а sklearn по log₂ даёт ≈ 0.45.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практике разница мала: Джини чуть быстрее, энтропия даёт чуть более сбалансированные деревья.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Регуляризация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Параметрическая vs непараметрическая модель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31920" cy="3200400"/>
          </a:xfrm>
          <a:prstGeom prst="roundRect">
            <a:avLst>
              <a:gd name="adj" fmla="val 1429"/>
            </a:avLst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234440"/>
            <a:ext cx="3931920" cy="3200400"/>
          </a:xfrm>
          <a:prstGeom prst="roundRect">
            <a:avLst>
              <a:gd name="adj" fmla="val 1429"/>
            </a:avLst>
          </a:prstGeom>
          <a:solidFill>
            <a:srgbClr val="F5F3FB"/>
          </a:solidFill>
          <a:ln w="12700">
            <a:solidFill>
              <a:srgbClr val="E5D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Непараметрическая (дерево)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Параметрическая (линейная)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801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8013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параметров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задано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заранее.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3042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230428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свободно прилегает к данным.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8072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80720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сильное переобучение без ограничений.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801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02352" y="18013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параметров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предопределено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23042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02352" y="230428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Степень свободы ограничена.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28072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280720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риск переобучения, больше, недообучения.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Гиперпараметры регуляризации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максимальная глубина (по умолчанию None = без ограничения).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минимум образцов в узле для расщепления.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минимум образцов в листе.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max_leaf_nodes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ограничения числа листьев и признаков.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увеличение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min_*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или уменьшение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max_*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регуляризирует модель.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 деревьями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Дерево регрессии: предсказывает среднее</a:t>
            </a:r>
            <a:endParaRPr lang="en-US" sz="2500" dirty="0"/>
          </a:p>
        </p:txBody>
      </p:sp>
      <p:pic>
        <p:nvPicPr>
          <p:cNvPr id="3" name="Image 0" descr="tree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264" y="1325880"/>
            <a:ext cx="6116913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в каждой области = среднее целевое значение её образцов. max_depth=2 (слева), 3 (справа). Зашумлённые квадратичные данные.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Регрессия: CART минимизирует MSE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чистоты CART минимизирует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поднаборов.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J(k, tₖ) = (m_лев/m)·MSE_лев + (m_прав/m)·MSE_прав.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листа,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целевых значений его образцов.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регуляризации регрессор сильно переобучается;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спасает.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Ограничения деревьев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Чувствительность к поворотам</a:t>
            </a:r>
            <a:endParaRPr lang="en-US" sz="2500" dirty="0"/>
          </a:p>
        </p:txBody>
      </p:sp>
      <p:pic>
        <p:nvPicPr>
          <p:cNvPr id="3" name="Image 0" descr="tree_ro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113" y="1325880"/>
            <a:ext cx="6083215" cy="2788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Расщепления перпендикулярны осям. После поворота на 45° граница становится излишне извилистой. Решение: PCA.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Неустойчивость деревьев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1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границы всегда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перпендикулярны осям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чувствительность к поворотам данных.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2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сильная чувствительность к малым изменениям данных.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одного образца может дать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совсем другое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дерево.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sklearn стохастический → разные деревья даже на тех же данных (если не задать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усреднять прогнозы многих деревьев →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лес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(глава 7).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по деревьям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Плюсы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интерпретируемость, не нужно масштабирование, быстрый прогноз.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жадный, минимизирует Джини (классификация) или MSE (регрессия).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Регуляризация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через max_depth, min_samples_leaf и др. обязательна.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Минусы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неустойчивость и прямоугольные границы.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шаг: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деревьев лечат неустойчивость.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для проверки (упражнения)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32688" y="123444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Какая глубина у дерева без ограничений на 1 млн образцов?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1391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161391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Джини узла обычно меньше или больше, чем у родителя? Обычно или всегда?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99339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Дерево переобучается: уменьшать ли max_depth?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7286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7286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Дерево недообучается: поможет ли масштабирование признаков?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75234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2752344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Обучение на 1 млн заняло час. Сколько примерно на 10 млн?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13182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2688" y="313182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Ускорит ли presort=True обучение на 100 000 образцов?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" y="351129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Настройте дерево для moons через GridSearchCV (точность 85–87%).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2026-06-25T03:05:29Z</dcterms:created>
  <dcterms:modified xsi:type="dcterms:W3CDTF">2026-06-25T03:05:29Z</dcterms:modified>
</cp:coreProperties>
</file>