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52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Парадокс Симпсона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60704"/>
            <a:ext cx="8092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Связь, которая видна в каждой группе, переворачивается, когда группы смешать в одну кучу.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5720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965960"/>
            <a:ext cx="0" cy="22860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51960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3864350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72184" y="3578349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9928" y="3420463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7672" y="3247403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85416" y="3068589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3995928"/>
            <a:ext cx="1051560" cy="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310119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15184" y="293178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52928" y="2761641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90672" y="2526697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28416" y="2420841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3310128"/>
            <a:ext cx="10515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0440" y="2396029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58184" y="2176833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95928" y="199326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33672" y="1811521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1416" y="1654151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624328"/>
            <a:ext cx="10515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" y="2286000"/>
            <a:ext cx="3246120" cy="1645920"/>
          </a:xfrm>
          <a:prstGeom prst="line">
            <a:avLst/>
          </a:prstGeom>
          <a:noFill/>
          <a:ln w="31750">
            <a:solidFill>
              <a:srgbClr val="DC262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914400" y="4325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в неделю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 rot="16200000">
            <a:off x="4572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зарплата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9240" y="16916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77840" y="1847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Часы и зарплата у выпускников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77840" y="22128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всем сразу:  </a:t>
            </a: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−0.32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каждого трека:  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+0.88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349240" y="32004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77840" y="3337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так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77840" y="36576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Виноват скрытый третий фактор, здесь это трек. Аналитики работают мало часов и получают много, мобильщики наоборот. Лесенка между треками и переворачивает общий знак.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477316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пример: </a:t>
            </a: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в Беркли, 1973. По вузу женщин брали реже, а по факультетам наравне или чаще. Скрытый фактор это факультет.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p-hacking: охота на призрак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60704"/>
            <a:ext cx="8092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Переберите достаточно гипотез, и что-то всегда выскочит «значимым», даже в чистом шуме.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4160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проверок на случайных данных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3172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00200" y="2331720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233172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31720" y="2331720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33172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2331720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233172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94760" y="2331720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233172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2825496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82549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00200" y="2825496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282549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31720" y="2825496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282549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63240" y="2825496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282549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94760" y="2825496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282549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68680" y="3319272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600200" y="3319272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00200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31720" y="3319272"/>
            <a:ext cx="676656" cy="384048"/>
          </a:xfrm>
          <a:prstGeom prst="roundRect">
            <a:avLst>
              <a:gd name="adj" fmla="val 9524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p=.03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63240" y="3319272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3240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794760" y="3319272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8680" y="3813048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381304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600200" y="3813048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00200" y="381304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331720" y="3813048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31720" y="381304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063240" y="3813048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63240" y="381304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794760" y="3813048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94760" y="381304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77240" y="41605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пороге 0.05 примерно 1 из 20 случайностей проходит как «значимая»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937760" y="173736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F5F3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166360" y="1865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нашем датасете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166360" y="21945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случайных колонок, 28 пар. Две прошли порог, лучшая </a:t>
            </a: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r=0.15, p=0.027</a:t>
            </a: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Связи там нет по построению.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4937760" y="3108960"/>
            <a:ext cx="3703320" cy="777240"/>
          </a:xfrm>
          <a:prstGeom prst="roundRect">
            <a:avLst>
              <a:gd name="adj" fmla="val 9412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166360" y="31089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ML: </a:t>
            </a: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 самое ядро у переобучения. Подгони под шум, и R² = 0.99 на обучении окажется пустышкой на новых данных.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4937760" y="4023360"/>
            <a:ext cx="370332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166360" y="40233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Защита: </a:t>
            </a: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гипотеза, потом данные; проверка на отложенной выборке; поправка на число сравнений.</a:t>
            </a:r>
            <a:endParaRPr lang="en-US" sz="1200" dirty="0"/>
          </a:p>
        </p:txBody>
      </p:sp>
      <p:pic>
        <p:nvPicPr>
          <p:cNvPr id="5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207008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Macintosh PowerPoint</Application>
  <PresentationFormat>On-screen Show (16:9)</PresentationFormat>
  <Paragraphs>41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YDL 2026</dc:creator>
  <cp:lastModifiedBy>Kuanysh S. Abeshev</cp:lastModifiedBy>
  <cp:revision>2</cp:revision>
  <dcterms:created xsi:type="dcterms:W3CDTF">2026-06-21T20:21:57Z</dcterms:created>
  <dcterms:modified xsi:type="dcterms:W3CDTF">2026-06-24T09:52:33Z</dcterms:modified>
</cp:coreProperties>
</file>