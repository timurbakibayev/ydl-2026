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2.xml" ContentType="application/vnd.openxmlformats-officedocument.drawingml.chart+xml"/>
  <Override PartName="/ppt/notesSlides/notesSlide25.xml" ContentType="application/vnd.openxmlformats-officedocument.presentationml.notesSlide+xml"/>
  <Override PartName="/ppt/charts/chart3.xml" ContentType="application/vnd.openxmlformats-officedocument.drawingml.chart+xml"/>
  <Override PartName="/ppt/notesSlides/notesSlide26.xml" ContentType="application/vnd.openxmlformats-officedocument.presentationml.notesSlide+xml"/>
  <Override PartName="/ppt/charts/chart4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узкий (sd=5)</c:v>
                </c:pt>
              </c:strCache>
            </c:strRef>
          </c:tx>
          <c:spPr>
            <a:ln w="38100" cap="flat">
              <a:solidFill>
                <a:srgbClr val="5B21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B21B6"/>
              </a:solidFill>
              <a:ln w="9525" cap="flat">
                <a:solidFill>
                  <a:srgbClr val="5B21B6"/>
                </a:solidFill>
                <a:prstDash val="solid"/>
                <a:round/>
              </a:ln>
              <a:effectLst/>
            </c:spPr>
          </c:marker>
          <c:cat>
            <c:strRef>
              <c:f>Sheet1!$A$2:$A$92</c:f>
              <c:strCache>
                <c:ptCount val="91"/>
                <c:pt idx="0">
                  <c:v>10</c:v>
                </c:pt>
                <c:pt idx="1">
                  <c:v>10.889</c:v>
                </c:pt>
                <c:pt idx="2">
                  <c:v>11.778</c:v>
                </c:pt>
                <c:pt idx="3">
                  <c:v>12.667</c:v>
                </c:pt>
                <c:pt idx="4">
                  <c:v>13.556</c:v>
                </c:pt>
                <c:pt idx="5">
                  <c:v>14.444</c:v>
                </c:pt>
                <c:pt idx="6">
                  <c:v>15.333</c:v>
                </c:pt>
                <c:pt idx="7">
                  <c:v>16.222</c:v>
                </c:pt>
                <c:pt idx="8">
                  <c:v>17.111</c:v>
                </c:pt>
                <c:pt idx="9">
                  <c:v>18</c:v>
                </c:pt>
                <c:pt idx="10">
                  <c:v>18.889</c:v>
                </c:pt>
                <c:pt idx="11">
                  <c:v>19.778</c:v>
                </c:pt>
                <c:pt idx="12">
                  <c:v>20.667</c:v>
                </c:pt>
                <c:pt idx="13">
                  <c:v>21.556</c:v>
                </c:pt>
                <c:pt idx="14">
                  <c:v>22.444</c:v>
                </c:pt>
                <c:pt idx="15">
                  <c:v>23.333</c:v>
                </c:pt>
                <c:pt idx="16">
                  <c:v>24.222</c:v>
                </c:pt>
                <c:pt idx="17">
                  <c:v>25.111</c:v>
                </c:pt>
                <c:pt idx="18">
                  <c:v>26</c:v>
                </c:pt>
                <c:pt idx="19">
                  <c:v>26.889</c:v>
                </c:pt>
                <c:pt idx="20">
                  <c:v>27.778</c:v>
                </c:pt>
                <c:pt idx="21">
                  <c:v>28.667</c:v>
                </c:pt>
                <c:pt idx="22">
                  <c:v>29.556</c:v>
                </c:pt>
                <c:pt idx="23">
                  <c:v>30.444</c:v>
                </c:pt>
                <c:pt idx="24">
                  <c:v>31.333</c:v>
                </c:pt>
                <c:pt idx="25">
                  <c:v>32.222</c:v>
                </c:pt>
                <c:pt idx="26">
                  <c:v>33.111</c:v>
                </c:pt>
                <c:pt idx="27">
                  <c:v>34</c:v>
                </c:pt>
                <c:pt idx="28">
                  <c:v>34.889</c:v>
                </c:pt>
                <c:pt idx="29">
                  <c:v>35.778</c:v>
                </c:pt>
                <c:pt idx="30">
                  <c:v>36.667</c:v>
                </c:pt>
                <c:pt idx="31">
                  <c:v>37.556</c:v>
                </c:pt>
                <c:pt idx="32">
                  <c:v>38.444</c:v>
                </c:pt>
                <c:pt idx="33">
                  <c:v>39.333</c:v>
                </c:pt>
                <c:pt idx="34">
                  <c:v>40.222</c:v>
                </c:pt>
                <c:pt idx="35">
                  <c:v>41.111</c:v>
                </c:pt>
                <c:pt idx="36">
                  <c:v>42</c:v>
                </c:pt>
                <c:pt idx="37">
                  <c:v>42.889</c:v>
                </c:pt>
                <c:pt idx="38">
                  <c:v>43.778</c:v>
                </c:pt>
                <c:pt idx="39">
                  <c:v>44.667</c:v>
                </c:pt>
                <c:pt idx="40">
                  <c:v>45.556</c:v>
                </c:pt>
                <c:pt idx="41">
                  <c:v>46.444</c:v>
                </c:pt>
                <c:pt idx="42">
                  <c:v>47.333</c:v>
                </c:pt>
                <c:pt idx="43">
                  <c:v>48.222</c:v>
                </c:pt>
                <c:pt idx="44">
                  <c:v>49.111</c:v>
                </c:pt>
                <c:pt idx="45">
                  <c:v>50</c:v>
                </c:pt>
                <c:pt idx="46">
                  <c:v>50.889</c:v>
                </c:pt>
                <c:pt idx="47">
                  <c:v>51.778</c:v>
                </c:pt>
                <c:pt idx="48">
                  <c:v>52.667</c:v>
                </c:pt>
                <c:pt idx="49">
                  <c:v>53.556</c:v>
                </c:pt>
                <c:pt idx="50">
                  <c:v>54.444</c:v>
                </c:pt>
                <c:pt idx="51">
                  <c:v>55.333</c:v>
                </c:pt>
                <c:pt idx="52">
                  <c:v>56.222</c:v>
                </c:pt>
                <c:pt idx="53">
                  <c:v>57.111</c:v>
                </c:pt>
                <c:pt idx="54">
                  <c:v>58</c:v>
                </c:pt>
                <c:pt idx="55">
                  <c:v>58.889</c:v>
                </c:pt>
                <c:pt idx="56">
                  <c:v>59.778</c:v>
                </c:pt>
                <c:pt idx="57">
                  <c:v>60.667</c:v>
                </c:pt>
                <c:pt idx="58">
                  <c:v>61.556</c:v>
                </c:pt>
                <c:pt idx="59">
                  <c:v>62.444</c:v>
                </c:pt>
                <c:pt idx="60">
                  <c:v>63.333</c:v>
                </c:pt>
                <c:pt idx="61">
                  <c:v>64.222</c:v>
                </c:pt>
                <c:pt idx="62">
                  <c:v>65.111</c:v>
                </c:pt>
                <c:pt idx="63">
                  <c:v>66</c:v>
                </c:pt>
                <c:pt idx="64">
                  <c:v>66.889</c:v>
                </c:pt>
                <c:pt idx="65">
                  <c:v>67.778</c:v>
                </c:pt>
                <c:pt idx="66">
                  <c:v>68.667</c:v>
                </c:pt>
                <c:pt idx="67">
                  <c:v>69.556</c:v>
                </c:pt>
                <c:pt idx="68">
                  <c:v>70.444</c:v>
                </c:pt>
                <c:pt idx="69">
                  <c:v>71.333</c:v>
                </c:pt>
                <c:pt idx="70">
                  <c:v>72.222</c:v>
                </c:pt>
                <c:pt idx="71">
                  <c:v>73.111</c:v>
                </c:pt>
                <c:pt idx="72">
                  <c:v>74</c:v>
                </c:pt>
                <c:pt idx="73">
                  <c:v>74.889</c:v>
                </c:pt>
                <c:pt idx="74">
                  <c:v>75.778</c:v>
                </c:pt>
                <c:pt idx="75">
                  <c:v>76.667</c:v>
                </c:pt>
                <c:pt idx="76">
                  <c:v>77.556</c:v>
                </c:pt>
                <c:pt idx="77">
                  <c:v>78.444</c:v>
                </c:pt>
                <c:pt idx="78">
                  <c:v>79.333</c:v>
                </c:pt>
                <c:pt idx="79">
                  <c:v>80.222</c:v>
                </c:pt>
                <c:pt idx="80">
                  <c:v>81.111</c:v>
                </c:pt>
                <c:pt idx="81">
                  <c:v>82</c:v>
                </c:pt>
                <c:pt idx="82">
                  <c:v>82.889</c:v>
                </c:pt>
                <c:pt idx="83">
                  <c:v>83.778</c:v>
                </c:pt>
                <c:pt idx="84">
                  <c:v>84.667</c:v>
                </c:pt>
                <c:pt idx="85">
                  <c:v>85.556</c:v>
                </c:pt>
                <c:pt idx="86">
                  <c:v>86.444</c:v>
                </c:pt>
                <c:pt idx="87">
                  <c:v>87.333</c:v>
                </c:pt>
                <c:pt idx="88">
                  <c:v>88.222</c:v>
                </c:pt>
                <c:pt idx="89">
                  <c:v>89.111</c:v>
                </c:pt>
                <c:pt idx="90">
                  <c:v>90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1.0000000000000001E-5</c:v>
                </c:pt>
                <c:pt idx="17">
                  <c:v>1.0000000000000001E-5</c:v>
                </c:pt>
                <c:pt idx="18">
                  <c:v>2.0000000000000002E-5</c:v>
                </c:pt>
                <c:pt idx="19">
                  <c:v>4.0000000000000003E-5</c:v>
                </c:pt>
                <c:pt idx="20">
                  <c:v>6.9999999999999994E-5</c:v>
                </c:pt>
                <c:pt idx="21">
                  <c:v>1.2E-4</c:v>
                </c:pt>
                <c:pt idx="22">
                  <c:v>2.0000000000000001E-4</c:v>
                </c:pt>
                <c:pt idx="23">
                  <c:v>3.3E-4</c:v>
                </c:pt>
                <c:pt idx="24">
                  <c:v>5.2999999999999998E-4</c:v>
                </c:pt>
                <c:pt idx="25">
                  <c:v>8.1999999999999998E-4</c:v>
                </c:pt>
                <c:pt idx="26">
                  <c:v>1.2700000000000001E-3</c:v>
                </c:pt>
                <c:pt idx="27">
                  <c:v>1.9E-3</c:v>
                </c:pt>
                <c:pt idx="28">
                  <c:v>2.7899999999999999E-3</c:v>
                </c:pt>
                <c:pt idx="29">
                  <c:v>4.0099999999999997E-3</c:v>
                </c:pt>
                <c:pt idx="30">
                  <c:v>5.6299999999999996E-3</c:v>
                </c:pt>
                <c:pt idx="31">
                  <c:v>7.7400000000000004E-3</c:v>
                </c:pt>
                <c:pt idx="32">
                  <c:v>1.0410000000000001E-2</c:v>
                </c:pt>
                <c:pt idx="33">
                  <c:v>1.3690000000000001E-2</c:v>
                </c:pt>
                <c:pt idx="34">
                  <c:v>1.762E-2</c:v>
                </c:pt>
                <c:pt idx="35">
                  <c:v>2.2190000000000001E-2</c:v>
                </c:pt>
                <c:pt idx="36">
                  <c:v>2.734E-2</c:v>
                </c:pt>
                <c:pt idx="37">
                  <c:v>3.2939999999999997E-2</c:v>
                </c:pt>
                <c:pt idx="38">
                  <c:v>3.884E-2</c:v>
                </c:pt>
                <c:pt idx="39">
                  <c:v>4.4790000000000003E-2</c:v>
                </c:pt>
                <c:pt idx="40">
                  <c:v>5.0540000000000002E-2</c:v>
                </c:pt>
                <c:pt idx="41">
                  <c:v>5.5780000000000003E-2</c:v>
                </c:pt>
                <c:pt idx="42">
                  <c:v>6.0240000000000002E-2</c:v>
                </c:pt>
                <c:pt idx="43">
                  <c:v>6.3630000000000006E-2</c:v>
                </c:pt>
                <c:pt idx="44">
                  <c:v>6.5759999999999999E-2</c:v>
                </c:pt>
                <c:pt idx="45">
                  <c:v>6.6489999999999994E-2</c:v>
                </c:pt>
                <c:pt idx="46">
                  <c:v>6.5759999999999999E-2</c:v>
                </c:pt>
                <c:pt idx="47">
                  <c:v>6.3630000000000006E-2</c:v>
                </c:pt>
                <c:pt idx="48">
                  <c:v>6.0240000000000002E-2</c:v>
                </c:pt>
                <c:pt idx="49">
                  <c:v>5.5780000000000003E-2</c:v>
                </c:pt>
                <c:pt idx="50">
                  <c:v>5.0540000000000002E-2</c:v>
                </c:pt>
                <c:pt idx="51">
                  <c:v>4.4790000000000003E-2</c:v>
                </c:pt>
                <c:pt idx="52">
                  <c:v>3.884E-2</c:v>
                </c:pt>
                <c:pt idx="53">
                  <c:v>3.2939999999999997E-2</c:v>
                </c:pt>
                <c:pt idx="54">
                  <c:v>2.734E-2</c:v>
                </c:pt>
                <c:pt idx="55">
                  <c:v>2.2190000000000001E-2</c:v>
                </c:pt>
                <c:pt idx="56">
                  <c:v>1.762E-2</c:v>
                </c:pt>
                <c:pt idx="57">
                  <c:v>1.3690000000000001E-2</c:v>
                </c:pt>
                <c:pt idx="58">
                  <c:v>1.0410000000000001E-2</c:v>
                </c:pt>
                <c:pt idx="59">
                  <c:v>7.7400000000000004E-3</c:v>
                </c:pt>
                <c:pt idx="60">
                  <c:v>5.6299999999999996E-3</c:v>
                </c:pt>
                <c:pt idx="61">
                  <c:v>4.0099999999999997E-3</c:v>
                </c:pt>
                <c:pt idx="62">
                  <c:v>2.7899999999999999E-3</c:v>
                </c:pt>
                <c:pt idx="63">
                  <c:v>1.9E-3</c:v>
                </c:pt>
                <c:pt idx="64">
                  <c:v>1.2700000000000001E-3</c:v>
                </c:pt>
                <c:pt idx="65">
                  <c:v>8.1999999999999998E-4</c:v>
                </c:pt>
                <c:pt idx="66">
                  <c:v>5.2999999999999998E-4</c:v>
                </c:pt>
                <c:pt idx="67">
                  <c:v>3.3E-4</c:v>
                </c:pt>
                <c:pt idx="68">
                  <c:v>2.0000000000000001E-4</c:v>
                </c:pt>
                <c:pt idx="69">
                  <c:v>1.2E-4</c:v>
                </c:pt>
                <c:pt idx="70">
                  <c:v>6.9999999999999994E-5</c:v>
                </c:pt>
                <c:pt idx="71">
                  <c:v>4.0000000000000003E-5</c:v>
                </c:pt>
                <c:pt idx="72">
                  <c:v>2.0000000000000002E-5</c:v>
                </c:pt>
                <c:pt idx="73">
                  <c:v>1.0000000000000001E-5</c:v>
                </c:pt>
                <c:pt idx="74">
                  <c:v>1.0000000000000001E-5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FEC-4349-B07B-48C8C9B902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широкий (sd=20)</c:v>
                </c:pt>
              </c:strCache>
            </c:strRef>
          </c:tx>
          <c:spPr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strRef>
              <c:f>Sheet1!$A$2:$A$92</c:f>
              <c:strCache>
                <c:ptCount val="91"/>
                <c:pt idx="0">
                  <c:v>10</c:v>
                </c:pt>
                <c:pt idx="1">
                  <c:v>10.889</c:v>
                </c:pt>
                <c:pt idx="2">
                  <c:v>11.778</c:v>
                </c:pt>
                <c:pt idx="3">
                  <c:v>12.667</c:v>
                </c:pt>
                <c:pt idx="4">
                  <c:v>13.556</c:v>
                </c:pt>
                <c:pt idx="5">
                  <c:v>14.444</c:v>
                </c:pt>
                <c:pt idx="6">
                  <c:v>15.333</c:v>
                </c:pt>
                <c:pt idx="7">
                  <c:v>16.222</c:v>
                </c:pt>
                <c:pt idx="8">
                  <c:v>17.111</c:v>
                </c:pt>
                <c:pt idx="9">
                  <c:v>18</c:v>
                </c:pt>
                <c:pt idx="10">
                  <c:v>18.889</c:v>
                </c:pt>
                <c:pt idx="11">
                  <c:v>19.778</c:v>
                </c:pt>
                <c:pt idx="12">
                  <c:v>20.667</c:v>
                </c:pt>
                <c:pt idx="13">
                  <c:v>21.556</c:v>
                </c:pt>
                <c:pt idx="14">
                  <c:v>22.444</c:v>
                </c:pt>
                <c:pt idx="15">
                  <c:v>23.333</c:v>
                </c:pt>
                <c:pt idx="16">
                  <c:v>24.222</c:v>
                </c:pt>
                <c:pt idx="17">
                  <c:v>25.111</c:v>
                </c:pt>
                <c:pt idx="18">
                  <c:v>26</c:v>
                </c:pt>
                <c:pt idx="19">
                  <c:v>26.889</c:v>
                </c:pt>
                <c:pt idx="20">
                  <c:v>27.778</c:v>
                </c:pt>
                <c:pt idx="21">
                  <c:v>28.667</c:v>
                </c:pt>
                <c:pt idx="22">
                  <c:v>29.556</c:v>
                </c:pt>
                <c:pt idx="23">
                  <c:v>30.444</c:v>
                </c:pt>
                <c:pt idx="24">
                  <c:v>31.333</c:v>
                </c:pt>
                <c:pt idx="25">
                  <c:v>32.222</c:v>
                </c:pt>
                <c:pt idx="26">
                  <c:v>33.111</c:v>
                </c:pt>
                <c:pt idx="27">
                  <c:v>34</c:v>
                </c:pt>
                <c:pt idx="28">
                  <c:v>34.889</c:v>
                </c:pt>
                <c:pt idx="29">
                  <c:v>35.778</c:v>
                </c:pt>
                <c:pt idx="30">
                  <c:v>36.667</c:v>
                </c:pt>
                <c:pt idx="31">
                  <c:v>37.556</c:v>
                </c:pt>
                <c:pt idx="32">
                  <c:v>38.444</c:v>
                </c:pt>
                <c:pt idx="33">
                  <c:v>39.333</c:v>
                </c:pt>
                <c:pt idx="34">
                  <c:v>40.222</c:v>
                </c:pt>
                <c:pt idx="35">
                  <c:v>41.111</c:v>
                </c:pt>
                <c:pt idx="36">
                  <c:v>42</c:v>
                </c:pt>
                <c:pt idx="37">
                  <c:v>42.889</c:v>
                </c:pt>
                <c:pt idx="38">
                  <c:v>43.778</c:v>
                </c:pt>
                <c:pt idx="39">
                  <c:v>44.667</c:v>
                </c:pt>
                <c:pt idx="40">
                  <c:v>45.556</c:v>
                </c:pt>
                <c:pt idx="41">
                  <c:v>46.444</c:v>
                </c:pt>
                <c:pt idx="42">
                  <c:v>47.333</c:v>
                </c:pt>
                <c:pt idx="43">
                  <c:v>48.222</c:v>
                </c:pt>
                <c:pt idx="44">
                  <c:v>49.111</c:v>
                </c:pt>
                <c:pt idx="45">
                  <c:v>50</c:v>
                </c:pt>
                <c:pt idx="46">
                  <c:v>50.889</c:v>
                </c:pt>
                <c:pt idx="47">
                  <c:v>51.778</c:v>
                </c:pt>
                <c:pt idx="48">
                  <c:v>52.667</c:v>
                </c:pt>
                <c:pt idx="49">
                  <c:v>53.556</c:v>
                </c:pt>
                <c:pt idx="50">
                  <c:v>54.444</c:v>
                </c:pt>
                <c:pt idx="51">
                  <c:v>55.333</c:v>
                </c:pt>
                <c:pt idx="52">
                  <c:v>56.222</c:v>
                </c:pt>
                <c:pt idx="53">
                  <c:v>57.111</c:v>
                </c:pt>
                <c:pt idx="54">
                  <c:v>58</c:v>
                </c:pt>
                <c:pt idx="55">
                  <c:v>58.889</c:v>
                </c:pt>
                <c:pt idx="56">
                  <c:v>59.778</c:v>
                </c:pt>
                <c:pt idx="57">
                  <c:v>60.667</c:v>
                </c:pt>
                <c:pt idx="58">
                  <c:v>61.556</c:v>
                </c:pt>
                <c:pt idx="59">
                  <c:v>62.444</c:v>
                </c:pt>
                <c:pt idx="60">
                  <c:v>63.333</c:v>
                </c:pt>
                <c:pt idx="61">
                  <c:v>64.222</c:v>
                </c:pt>
                <c:pt idx="62">
                  <c:v>65.111</c:v>
                </c:pt>
                <c:pt idx="63">
                  <c:v>66</c:v>
                </c:pt>
                <c:pt idx="64">
                  <c:v>66.889</c:v>
                </c:pt>
                <c:pt idx="65">
                  <c:v>67.778</c:v>
                </c:pt>
                <c:pt idx="66">
                  <c:v>68.667</c:v>
                </c:pt>
                <c:pt idx="67">
                  <c:v>69.556</c:v>
                </c:pt>
                <c:pt idx="68">
                  <c:v>70.444</c:v>
                </c:pt>
                <c:pt idx="69">
                  <c:v>71.333</c:v>
                </c:pt>
                <c:pt idx="70">
                  <c:v>72.222</c:v>
                </c:pt>
                <c:pt idx="71">
                  <c:v>73.111</c:v>
                </c:pt>
                <c:pt idx="72">
                  <c:v>74</c:v>
                </c:pt>
                <c:pt idx="73">
                  <c:v>74.889</c:v>
                </c:pt>
                <c:pt idx="74">
                  <c:v>75.778</c:v>
                </c:pt>
                <c:pt idx="75">
                  <c:v>76.667</c:v>
                </c:pt>
                <c:pt idx="76">
                  <c:v>77.556</c:v>
                </c:pt>
                <c:pt idx="77">
                  <c:v>78.444</c:v>
                </c:pt>
                <c:pt idx="78">
                  <c:v>79.333</c:v>
                </c:pt>
                <c:pt idx="79">
                  <c:v>80.222</c:v>
                </c:pt>
                <c:pt idx="80">
                  <c:v>81.111</c:v>
                </c:pt>
                <c:pt idx="81">
                  <c:v>82</c:v>
                </c:pt>
                <c:pt idx="82">
                  <c:v>82.889</c:v>
                </c:pt>
                <c:pt idx="83">
                  <c:v>83.778</c:v>
                </c:pt>
                <c:pt idx="84">
                  <c:v>84.667</c:v>
                </c:pt>
                <c:pt idx="85">
                  <c:v>85.556</c:v>
                </c:pt>
                <c:pt idx="86">
                  <c:v>86.444</c:v>
                </c:pt>
                <c:pt idx="87">
                  <c:v>87.333</c:v>
                </c:pt>
                <c:pt idx="88">
                  <c:v>88.222</c:v>
                </c:pt>
                <c:pt idx="89">
                  <c:v>89.111</c:v>
                </c:pt>
                <c:pt idx="90">
                  <c:v>90</c:v>
                </c:pt>
              </c:strCache>
            </c:strRef>
          </c:cat>
          <c:val>
            <c:numRef>
              <c:f>Sheet1!$C$2:$C$92</c:f>
              <c:numCache>
                <c:formatCode>General</c:formatCode>
                <c:ptCount val="91"/>
                <c:pt idx="0">
                  <c:v>1.8799999999999999E-3</c:v>
                </c:pt>
                <c:pt idx="1">
                  <c:v>2.0899999999999998E-3</c:v>
                </c:pt>
                <c:pt idx="2">
                  <c:v>2.33E-3</c:v>
                </c:pt>
                <c:pt idx="3">
                  <c:v>2.5799999999999998E-3</c:v>
                </c:pt>
                <c:pt idx="4">
                  <c:v>2.8500000000000001E-3</c:v>
                </c:pt>
                <c:pt idx="5">
                  <c:v>3.15E-3</c:v>
                </c:pt>
                <c:pt idx="6">
                  <c:v>3.47E-3</c:v>
                </c:pt>
                <c:pt idx="7">
                  <c:v>3.81E-3</c:v>
                </c:pt>
                <c:pt idx="8">
                  <c:v>4.1799999999999997E-3</c:v>
                </c:pt>
                <c:pt idx="9">
                  <c:v>4.5599999999999998E-3</c:v>
                </c:pt>
                <c:pt idx="10">
                  <c:v>4.9800000000000001E-3</c:v>
                </c:pt>
                <c:pt idx="11">
                  <c:v>5.4099999999999999E-3</c:v>
                </c:pt>
                <c:pt idx="12">
                  <c:v>5.8700000000000002E-3</c:v>
                </c:pt>
                <c:pt idx="13">
                  <c:v>6.3600000000000002E-3</c:v>
                </c:pt>
                <c:pt idx="14">
                  <c:v>6.8700000000000002E-3</c:v>
                </c:pt>
                <c:pt idx="15">
                  <c:v>7.4000000000000003E-3</c:v>
                </c:pt>
                <c:pt idx="16">
                  <c:v>7.9500000000000005E-3</c:v>
                </c:pt>
                <c:pt idx="17">
                  <c:v>8.5199999999999998E-3</c:v>
                </c:pt>
                <c:pt idx="18">
                  <c:v>9.11E-3</c:v>
                </c:pt>
                <c:pt idx="19">
                  <c:v>9.7199999999999995E-3</c:v>
                </c:pt>
                <c:pt idx="20">
                  <c:v>1.034E-2</c:v>
                </c:pt>
                <c:pt idx="21">
                  <c:v>1.098E-2</c:v>
                </c:pt>
                <c:pt idx="22">
                  <c:v>1.163E-2</c:v>
                </c:pt>
                <c:pt idx="23">
                  <c:v>1.2279999999999999E-2</c:v>
                </c:pt>
                <c:pt idx="24">
                  <c:v>1.295E-2</c:v>
                </c:pt>
                <c:pt idx="25">
                  <c:v>1.3610000000000001E-2</c:v>
                </c:pt>
                <c:pt idx="26">
                  <c:v>1.427E-2</c:v>
                </c:pt>
                <c:pt idx="27">
                  <c:v>1.4930000000000001E-2</c:v>
                </c:pt>
                <c:pt idx="28">
                  <c:v>1.558E-2</c:v>
                </c:pt>
                <c:pt idx="29">
                  <c:v>1.6219999999999998E-2</c:v>
                </c:pt>
                <c:pt idx="30">
                  <c:v>1.685E-2</c:v>
                </c:pt>
                <c:pt idx="31">
                  <c:v>1.745E-2</c:v>
                </c:pt>
                <c:pt idx="32">
                  <c:v>1.804E-2</c:v>
                </c:pt>
                <c:pt idx="33">
                  <c:v>1.8589999999999999E-2</c:v>
                </c:pt>
                <c:pt idx="34">
                  <c:v>1.9120000000000002E-2</c:v>
                </c:pt>
                <c:pt idx="35">
                  <c:v>1.9619999999999999E-2</c:v>
                </c:pt>
                <c:pt idx="36">
                  <c:v>2.0080000000000001E-2</c:v>
                </c:pt>
                <c:pt idx="37">
                  <c:v>2.0500000000000001E-2</c:v>
                </c:pt>
                <c:pt idx="38">
                  <c:v>2.0879999999999999E-2</c:v>
                </c:pt>
                <c:pt idx="39">
                  <c:v>2.121E-2</c:v>
                </c:pt>
                <c:pt idx="40">
                  <c:v>2.1499999999999998E-2</c:v>
                </c:pt>
                <c:pt idx="41">
                  <c:v>2.1739999999999999E-2</c:v>
                </c:pt>
                <c:pt idx="42">
                  <c:v>2.1919999999999999E-2</c:v>
                </c:pt>
                <c:pt idx="43">
                  <c:v>2.206E-2</c:v>
                </c:pt>
                <c:pt idx="44">
                  <c:v>2.214E-2</c:v>
                </c:pt>
                <c:pt idx="45">
                  <c:v>2.2159999999999999E-2</c:v>
                </c:pt>
                <c:pt idx="46">
                  <c:v>2.214E-2</c:v>
                </c:pt>
                <c:pt idx="47">
                  <c:v>2.206E-2</c:v>
                </c:pt>
                <c:pt idx="48">
                  <c:v>2.1919999999999999E-2</c:v>
                </c:pt>
                <c:pt idx="49">
                  <c:v>2.1739999999999999E-2</c:v>
                </c:pt>
                <c:pt idx="50">
                  <c:v>2.1499999999999998E-2</c:v>
                </c:pt>
                <c:pt idx="51">
                  <c:v>2.121E-2</c:v>
                </c:pt>
                <c:pt idx="52">
                  <c:v>2.0879999999999999E-2</c:v>
                </c:pt>
                <c:pt idx="53">
                  <c:v>2.0500000000000001E-2</c:v>
                </c:pt>
                <c:pt idx="54">
                  <c:v>2.0080000000000001E-2</c:v>
                </c:pt>
                <c:pt idx="55">
                  <c:v>1.9619999999999999E-2</c:v>
                </c:pt>
                <c:pt idx="56">
                  <c:v>1.9120000000000002E-2</c:v>
                </c:pt>
                <c:pt idx="57">
                  <c:v>1.8589999999999999E-2</c:v>
                </c:pt>
                <c:pt idx="58">
                  <c:v>1.804E-2</c:v>
                </c:pt>
                <c:pt idx="59">
                  <c:v>1.745E-2</c:v>
                </c:pt>
                <c:pt idx="60">
                  <c:v>1.685E-2</c:v>
                </c:pt>
                <c:pt idx="61">
                  <c:v>1.6219999999999998E-2</c:v>
                </c:pt>
                <c:pt idx="62">
                  <c:v>1.558E-2</c:v>
                </c:pt>
                <c:pt idx="63">
                  <c:v>1.4930000000000001E-2</c:v>
                </c:pt>
                <c:pt idx="64">
                  <c:v>1.427E-2</c:v>
                </c:pt>
                <c:pt idx="65">
                  <c:v>1.3610000000000001E-2</c:v>
                </c:pt>
                <c:pt idx="66">
                  <c:v>1.295E-2</c:v>
                </c:pt>
                <c:pt idx="67">
                  <c:v>1.2279999999999999E-2</c:v>
                </c:pt>
                <c:pt idx="68">
                  <c:v>1.163E-2</c:v>
                </c:pt>
                <c:pt idx="69">
                  <c:v>1.098E-2</c:v>
                </c:pt>
                <c:pt idx="70">
                  <c:v>1.034E-2</c:v>
                </c:pt>
                <c:pt idx="71">
                  <c:v>9.7199999999999995E-3</c:v>
                </c:pt>
                <c:pt idx="72">
                  <c:v>9.11E-3</c:v>
                </c:pt>
                <c:pt idx="73">
                  <c:v>8.5199999999999998E-3</c:v>
                </c:pt>
                <c:pt idx="74">
                  <c:v>7.9500000000000005E-3</c:v>
                </c:pt>
                <c:pt idx="75">
                  <c:v>7.4000000000000003E-3</c:v>
                </c:pt>
                <c:pt idx="76">
                  <c:v>6.8700000000000002E-3</c:v>
                </c:pt>
                <c:pt idx="77">
                  <c:v>6.3600000000000002E-3</c:v>
                </c:pt>
                <c:pt idx="78">
                  <c:v>5.8700000000000002E-3</c:v>
                </c:pt>
                <c:pt idx="79">
                  <c:v>5.4099999999999999E-3</c:v>
                </c:pt>
                <c:pt idx="80">
                  <c:v>4.9800000000000001E-3</c:v>
                </c:pt>
                <c:pt idx="81">
                  <c:v>4.5599999999999998E-3</c:v>
                </c:pt>
                <c:pt idx="82">
                  <c:v>4.1799999999999997E-3</c:v>
                </c:pt>
                <c:pt idx="83">
                  <c:v>3.81E-3</c:v>
                </c:pt>
                <c:pt idx="84">
                  <c:v>3.47E-3</c:v>
                </c:pt>
                <c:pt idx="85">
                  <c:v>3.15E-3</c:v>
                </c:pt>
                <c:pt idx="86">
                  <c:v>2.8500000000000001E-3</c:v>
                </c:pt>
                <c:pt idx="87">
                  <c:v>2.5799999999999998E-3</c:v>
                </c:pt>
                <c:pt idx="88">
                  <c:v>2.33E-3</c:v>
                </c:pt>
                <c:pt idx="89">
                  <c:v>2.0899999999999998E-3</c:v>
                </c:pt>
                <c:pt idx="90">
                  <c:v>1.8799999999999999E-3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FEC-4349-B07B-48C8C9B90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rgbClr val="7C3AED">
                <a:alpha val="55000"/>
              </a:srgbClr>
            </a:solidFill>
            <a:effectLst/>
          </c:spPr>
          <c:cat>
            <c:strRef>
              <c:f>Sheet1!$A$2:$A$62</c:f>
              <c:strCache>
                <c:ptCount val="61"/>
                <c:pt idx="0">
                  <c:v>0</c:v>
                </c:pt>
                <c:pt idx="1">
                  <c:v>0.17</c:v>
                </c:pt>
                <c:pt idx="2">
                  <c:v>0.33</c:v>
                </c:pt>
                <c:pt idx="3">
                  <c:v>0.5</c:v>
                </c:pt>
                <c:pt idx="4">
                  <c:v>0.67</c:v>
                </c:pt>
                <c:pt idx="5">
                  <c:v>0.83</c:v>
                </c:pt>
                <c:pt idx="6">
                  <c:v>1</c:v>
                </c:pt>
                <c:pt idx="7">
                  <c:v>1.17</c:v>
                </c:pt>
                <c:pt idx="8">
                  <c:v>1.33</c:v>
                </c:pt>
                <c:pt idx="9">
                  <c:v>1.5</c:v>
                </c:pt>
                <c:pt idx="10">
                  <c:v>1.67</c:v>
                </c:pt>
                <c:pt idx="11">
                  <c:v>1.83</c:v>
                </c:pt>
                <c:pt idx="12">
                  <c:v>2</c:v>
                </c:pt>
                <c:pt idx="13">
                  <c:v>2.17</c:v>
                </c:pt>
                <c:pt idx="14">
                  <c:v>2.33</c:v>
                </c:pt>
                <c:pt idx="15">
                  <c:v>2.5</c:v>
                </c:pt>
                <c:pt idx="16">
                  <c:v>2.67</c:v>
                </c:pt>
                <c:pt idx="17">
                  <c:v>2.83</c:v>
                </c:pt>
                <c:pt idx="18">
                  <c:v>3</c:v>
                </c:pt>
                <c:pt idx="19">
                  <c:v>3.17</c:v>
                </c:pt>
                <c:pt idx="20">
                  <c:v>3.33</c:v>
                </c:pt>
                <c:pt idx="21">
                  <c:v>3.5</c:v>
                </c:pt>
                <c:pt idx="22">
                  <c:v>3.67</c:v>
                </c:pt>
                <c:pt idx="23">
                  <c:v>3.83</c:v>
                </c:pt>
                <c:pt idx="24">
                  <c:v>4</c:v>
                </c:pt>
                <c:pt idx="25">
                  <c:v>4.17</c:v>
                </c:pt>
                <c:pt idx="26">
                  <c:v>4.33</c:v>
                </c:pt>
                <c:pt idx="27">
                  <c:v>4.5</c:v>
                </c:pt>
                <c:pt idx="28">
                  <c:v>4.67</c:v>
                </c:pt>
                <c:pt idx="29">
                  <c:v>4.83</c:v>
                </c:pt>
                <c:pt idx="30">
                  <c:v>5</c:v>
                </c:pt>
                <c:pt idx="31">
                  <c:v>5.17</c:v>
                </c:pt>
                <c:pt idx="32">
                  <c:v>5.33</c:v>
                </c:pt>
                <c:pt idx="33">
                  <c:v>5.5</c:v>
                </c:pt>
                <c:pt idx="34">
                  <c:v>5.67</c:v>
                </c:pt>
                <c:pt idx="35">
                  <c:v>5.83</c:v>
                </c:pt>
                <c:pt idx="36">
                  <c:v>6</c:v>
                </c:pt>
                <c:pt idx="37">
                  <c:v>6.17</c:v>
                </c:pt>
                <c:pt idx="38">
                  <c:v>6.33</c:v>
                </c:pt>
                <c:pt idx="39">
                  <c:v>6.5</c:v>
                </c:pt>
                <c:pt idx="40">
                  <c:v>6.67</c:v>
                </c:pt>
                <c:pt idx="41">
                  <c:v>6.83</c:v>
                </c:pt>
                <c:pt idx="42">
                  <c:v>7</c:v>
                </c:pt>
                <c:pt idx="43">
                  <c:v>7.17</c:v>
                </c:pt>
                <c:pt idx="44">
                  <c:v>7.33</c:v>
                </c:pt>
                <c:pt idx="45">
                  <c:v>7.5</c:v>
                </c:pt>
                <c:pt idx="46">
                  <c:v>7.67</c:v>
                </c:pt>
                <c:pt idx="47">
                  <c:v>7.83</c:v>
                </c:pt>
                <c:pt idx="48">
                  <c:v>8</c:v>
                </c:pt>
                <c:pt idx="49">
                  <c:v>8.17</c:v>
                </c:pt>
                <c:pt idx="50">
                  <c:v>8.33</c:v>
                </c:pt>
                <c:pt idx="51">
                  <c:v>8.5</c:v>
                </c:pt>
                <c:pt idx="52">
                  <c:v>8.67</c:v>
                </c:pt>
                <c:pt idx="53">
                  <c:v>8.83</c:v>
                </c:pt>
                <c:pt idx="54">
                  <c:v>9</c:v>
                </c:pt>
                <c:pt idx="55">
                  <c:v>9.17</c:v>
                </c:pt>
                <c:pt idx="56">
                  <c:v>9.33</c:v>
                </c:pt>
                <c:pt idx="57">
                  <c:v>9.5</c:v>
                </c:pt>
                <c:pt idx="58">
                  <c:v>9.67</c:v>
                </c:pt>
                <c:pt idx="59">
                  <c:v>9.83</c:v>
                </c:pt>
                <c:pt idx="60">
                  <c:v>10</c:v>
                </c:pt>
              </c:strCache>
            </c:strRef>
          </c:cat>
          <c:val>
            <c:numRef>
              <c:f>Sheet1!$B$2:$B$62</c:f>
              <c:numCache>
                <c:formatCode>General</c:formatCode>
                <c:ptCount val="61"/>
                <c:pt idx="0">
                  <c:v>1.11E-2</c:v>
                </c:pt>
                <c:pt idx="1">
                  <c:v>1.8100000000000002E-2</c:v>
                </c:pt>
                <c:pt idx="2">
                  <c:v>2.86E-2</c:v>
                </c:pt>
                <c:pt idx="3">
                  <c:v>4.3900000000000002E-2</c:v>
                </c:pt>
                <c:pt idx="4">
                  <c:v>6.5699999999999995E-2</c:v>
                </c:pt>
                <c:pt idx="5">
                  <c:v>9.5600000000000004E-2</c:v>
                </c:pt>
                <c:pt idx="6">
                  <c:v>0.1353</c:v>
                </c:pt>
                <c:pt idx="7">
                  <c:v>0.18629999999999999</c:v>
                </c:pt>
                <c:pt idx="8">
                  <c:v>0.24940000000000001</c:v>
                </c:pt>
                <c:pt idx="9">
                  <c:v>0.32469999999999999</c:v>
                </c:pt>
                <c:pt idx="10">
                  <c:v>0.41110000000000002</c:v>
                </c:pt>
                <c:pt idx="11">
                  <c:v>0.50629999999999997</c:v>
                </c:pt>
                <c:pt idx="12">
                  <c:v>0.60650000000000004</c:v>
                </c:pt>
                <c:pt idx="13">
                  <c:v>0.70669999999999999</c:v>
                </c:pt>
                <c:pt idx="14">
                  <c:v>0.80079999999999996</c:v>
                </c:pt>
                <c:pt idx="15">
                  <c:v>0.88249999999999995</c:v>
                </c:pt>
                <c:pt idx="16">
                  <c:v>0.94599999999999995</c:v>
                </c:pt>
                <c:pt idx="17">
                  <c:v>0.98640000000000005</c:v>
                </c:pt>
                <c:pt idx="18">
                  <c:v>1.0003</c:v>
                </c:pt>
                <c:pt idx="19">
                  <c:v>0.9869</c:v>
                </c:pt>
                <c:pt idx="20">
                  <c:v>0.94720000000000004</c:v>
                </c:pt>
                <c:pt idx="21">
                  <c:v>0.88470000000000004</c:v>
                </c:pt>
                <c:pt idx="22">
                  <c:v>0.80459999999999998</c:v>
                </c:pt>
                <c:pt idx="23">
                  <c:v>0.71330000000000005</c:v>
                </c:pt>
                <c:pt idx="24">
                  <c:v>0.61760000000000004</c:v>
                </c:pt>
                <c:pt idx="25">
                  <c:v>0.52439999999999998</c:v>
                </c:pt>
                <c:pt idx="26">
                  <c:v>0.43969999999999998</c:v>
                </c:pt>
                <c:pt idx="27">
                  <c:v>0.36859999999999998</c:v>
                </c:pt>
                <c:pt idx="28">
                  <c:v>0.31509999999999999</c:v>
                </c:pt>
                <c:pt idx="29">
                  <c:v>0.28189999999999998</c:v>
                </c:pt>
                <c:pt idx="30">
                  <c:v>0.2707</c:v>
                </c:pt>
                <c:pt idx="31">
                  <c:v>0.28189999999999998</c:v>
                </c:pt>
                <c:pt idx="32">
                  <c:v>0.31509999999999999</c:v>
                </c:pt>
                <c:pt idx="33">
                  <c:v>0.36859999999999998</c:v>
                </c:pt>
                <c:pt idx="34">
                  <c:v>0.43969999999999998</c:v>
                </c:pt>
                <c:pt idx="35">
                  <c:v>0.52439999999999998</c:v>
                </c:pt>
                <c:pt idx="36">
                  <c:v>0.61760000000000004</c:v>
                </c:pt>
                <c:pt idx="37">
                  <c:v>0.71330000000000005</c:v>
                </c:pt>
                <c:pt idx="38">
                  <c:v>0.80459999999999998</c:v>
                </c:pt>
                <c:pt idx="39">
                  <c:v>0.88470000000000004</c:v>
                </c:pt>
                <c:pt idx="40">
                  <c:v>0.94720000000000004</c:v>
                </c:pt>
                <c:pt idx="41">
                  <c:v>0.9869</c:v>
                </c:pt>
                <c:pt idx="42">
                  <c:v>1.0003</c:v>
                </c:pt>
                <c:pt idx="43">
                  <c:v>0.98640000000000005</c:v>
                </c:pt>
                <c:pt idx="44">
                  <c:v>0.94599999999999995</c:v>
                </c:pt>
                <c:pt idx="45">
                  <c:v>0.88249999999999995</c:v>
                </c:pt>
                <c:pt idx="46">
                  <c:v>0.80079999999999996</c:v>
                </c:pt>
                <c:pt idx="47">
                  <c:v>0.70669999999999999</c:v>
                </c:pt>
                <c:pt idx="48">
                  <c:v>0.60650000000000004</c:v>
                </c:pt>
                <c:pt idx="49">
                  <c:v>0.50629999999999997</c:v>
                </c:pt>
                <c:pt idx="50">
                  <c:v>0.41110000000000002</c:v>
                </c:pt>
                <c:pt idx="51">
                  <c:v>0.32469999999999999</c:v>
                </c:pt>
                <c:pt idx="52">
                  <c:v>0.24940000000000001</c:v>
                </c:pt>
                <c:pt idx="53">
                  <c:v>0.18629999999999999</c:v>
                </c:pt>
                <c:pt idx="54">
                  <c:v>0.1353</c:v>
                </c:pt>
                <c:pt idx="55">
                  <c:v>9.5600000000000004E-2</c:v>
                </c:pt>
                <c:pt idx="56">
                  <c:v>6.5699999999999995E-2</c:v>
                </c:pt>
                <c:pt idx="57">
                  <c:v>4.3900000000000002E-2</c:v>
                </c:pt>
                <c:pt idx="58">
                  <c:v>2.86E-2</c:v>
                </c:pt>
                <c:pt idx="59">
                  <c:v>1.8100000000000002E-2</c:v>
                </c:pt>
                <c:pt idx="60">
                  <c:v>1.11E-2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18-C247-AFBF-3E2C538CF2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rgbClr val="7C3AED">
                <a:alpha val="55000"/>
              </a:srgbClr>
            </a:solidFill>
            <a:effectLst/>
          </c:spPr>
          <c:cat>
            <c:strRef>
              <c:f>Sheet1!$A$2:$A$92</c:f>
              <c:strCache>
                <c:ptCount val="91"/>
                <c:pt idx="0">
                  <c:v>-4</c:v>
                </c:pt>
                <c:pt idx="1">
                  <c:v>-3.911</c:v>
                </c:pt>
                <c:pt idx="2">
                  <c:v>-3.822</c:v>
                </c:pt>
                <c:pt idx="3">
                  <c:v>-3.733</c:v>
                </c:pt>
                <c:pt idx="4">
                  <c:v>-3.644</c:v>
                </c:pt>
                <c:pt idx="5">
                  <c:v>-3.556</c:v>
                </c:pt>
                <c:pt idx="6">
                  <c:v>-3.467</c:v>
                </c:pt>
                <c:pt idx="7">
                  <c:v>-3.378</c:v>
                </c:pt>
                <c:pt idx="8">
                  <c:v>-3.289</c:v>
                </c:pt>
                <c:pt idx="9">
                  <c:v>-3.2</c:v>
                </c:pt>
                <c:pt idx="10">
                  <c:v>-3.111</c:v>
                </c:pt>
                <c:pt idx="11">
                  <c:v>-3.022</c:v>
                </c:pt>
                <c:pt idx="12">
                  <c:v>-2.933</c:v>
                </c:pt>
                <c:pt idx="13">
                  <c:v>-2.844</c:v>
                </c:pt>
                <c:pt idx="14">
                  <c:v>-2.756</c:v>
                </c:pt>
                <c:pt idx="15">
                  <c:v>-2.667</c:v>
                </c:pt>
                <c:pt idx="16">
                  <c:v>-2.578</c:v>
                </c:pt>
                <c:pt idx="17">
                  <c:v>-2.489</c:v>
                </c:pt>
                <c:pt idx="18">
                  <c:v>-2.4</c:v>
                </c:pt>
                <c:pt idx="19">
                  <c:v>-2.311</c:v>
                </c:pt>
                <c:pt idx="20">
                  <c:v>-2.222</c:v>
                </c:pt>
                <c:pt idx="21">
                  <c:v>-2.133</c:v>
                </c:pt>
                <c:pt idx="22">
                  <c:v>-2.044</c:v>
                </c:pt>
                <c:pt idx="23">
                  <c:v>-1.956</c:v>
                </c:pt>
                <c:pt idx="24">
                  <c:v>-1.867</c:v>
                </c:pt>
                <c:pt idx="25">
                  <c:v>-1.778</c:v>
                </c:pt>
                <c:pt idx="26">
                  <c:v>-1.689</c:v>
                </c:pt>
                <c:pt idx="27">
                  <c:v>-1.6</c:v>
                </c:pt>
                <c:pt idx="28">
                  <c:v>-1.511</c:v>
                </c:pt>
                <c:pt idx="29">
                  <c:v>-1.422</c:v>
                </c:pt>
                <c:pt idx="30">
                  <c:v>-1.333</c:v>
                </c:pt>
                <c:pt idx="31">
                  <c:v>-1.244</c:v>
                </c:pt>
                <c:pt idx="32">
                  <c:v>-1.156</c:v>
                </c:pt>
                <c:pt idx="33">
                  <c:v>-1.067</c:v>
                </c:pt>
                <c:pt idx="34">
                  <c:v>-0.978</c:v>
                </c:pt>
                <c:pt idx="35">
                  <c:v>-0.889</c:v>
                </c:pt>
                <c:pt idx="36">
                  <c:v>-0.8</c:v>
                </c:pt>
                <c:pt idx="37">
                  <c:v>-0.711</c:v>
                </c:pt>
                <c:pt idx="38">
                  <c:v>-0.622</c:v>
                </c:pt>
                <c:pt idx="39">
                  <c:v>-0.533</c:v>
                </c:pt>
                <c:pt idx="40">
                  <c:v>-0.444</c:v>
                </c:pt>
                <c:pt idx="41">
                  <c:v>-0.356</c:v>
                </c:pt>
                <c:pt idx="42">
                  <c:v>-0.267</c:v>
                </c:pt>
                <c:pt idx="43">
                  <c:v>-0.178</c:v>
                </c:pt>
                <c:pt idx="44">
                  <c:v>-0.089</c:v>
                </c:pt>
                <c:pt idx="45">
                  <c:v>0</c:v>
                </c:pt>
                <c:pt idx="46">
                  <c:v>0.089</c:v>
                </c:pt>
                <c:pt idx="47">
                  <c:v>0.178</c:v>
                </c:pt>
                <c:pt idx="48">
                  <c:v>0.267</c:v>
                </c:pt>
                <c:pt idx="49">
                  <c:v>0.356</c:v>
                </c:pt>
                <c:pt idx="50">
                  <c:v>0.444</c:v>
                </c:pt>
                <c:pt idx="51">
                  <c:v>0.533</c:v>
                </c:pt>
                <c:pt idx="52">
                  <c:v>0.622</c:v>
                </c:pt>
                <c:pt idx="53">
                  <c:v>0.711</c:v>
                </c:pt>
                <c:pt idx="54">
                  <c:v>0.8</c:v>
                </c:pt>
                <c:pt idx="55">
                  <c:v>0.889</c:v>
                </c:pt>
                <c:pt idx="56">
                  <c:v>0.978</c:v>
                </c:pt>
                <c:pt idx="57">
                  <c:v>1.067</c:v>
                </c:pt>
                <c:pt idx="58">
                  <c:v>1.156</c:v>
                </c:pt>
                <c:pt idx="59">
                  <c:v>1.244</c:v>
                </c:pt>
                <c:pt idx="60">
                  <c:v>1.333</c:v>
                </c:pt>
                <c:pt idx="61">
                  <c:v>1.422</c:v>
                </c:pt>
                <c:pt idx="62">
                  <c:v>1.511</c:v>
                </c:pt>
                <c:pt idx="63">
                  <c:v>1.6</c:v>
                </c:pt>
                <c:pt idx="64">
                  <c:v>1.689</c:v>
                </c:pt>
                <c:pt idx="65">
                  <c:v>1.778</c:v>
                </c:pt>
                <c:pt idx="66">
                  <c:v>1.867</c:v>
                </c:pt>
                <c:pt idx="67">
                  <c:v>1.956</c:v>
                </c:pt>
                <c:pt idx="68">
                  <c:v>2.044</c:v>
                </c:pt>
                <c:pt idx="69">
                  <c:v>2.133</c:v>
                </c:pt>
                <c:pt idx="70">
                  <c:v>2.222</c:v>
                </c:pt>
                <c:pt idx="71">
                  <c:v>2.311</c:v>
                </c:pt>
                <c:pt idx="72">
                  <c:v>2.4</c:v>
                </c:pt>
                <c:pt idx="73">
                  <c:v>2.489</c:v>
                </c:pt>
                <c:pt idx="74">
                  <c:v>2.578</c:v>
                </c:pt>
                <c:pt idx="75">
                  <c:v>2.667</c:v>
                </c:pt>
                <c:pt idx="76">
                  <c:v>2.756</c:v>
                </c:pt>
                <c:pt idx="77">
                  <c:v>2.844</c:v>
                </c:pt>
                <c:pt idx="78">
                  <c:v>2.933</c:v>
                </c:pt>
                <c:pt idx="79">
                  <c:v>3.022</c:v>
                </c:pt>
                <c:pt idx="80">
                  <c:v>3.111</c:v>
                </c:pt>
                <c:pt idx="81">
                  <c:v>3.2</c:v>
                </c:pt>
                <c:pt idx="82">
                  <c:v>3.289</c:v>
                </c:pt>
                <c:pt idx="83">
                  <c:v>3.378</c:v>
                </c:pt>
                <c:pt idx="84">
                  <c:v>3.467</c:v>
                </c:pt>
                <c:pt idx="85">
                  <c:v>3.556</c:v>
                </c:pt>
                <c:pt idx="86">
                  <c:v>3.644</c:v>
                </c:pt>
                <c:pt idx="87">
                  <c:v>3.733</c:v>
                </c:pt>
                <c:pt idx="88">
                  <c:v>3.822</c:v>
                </c:pt>
                <c:pt idx="89">
                  <c:v>3.911</c:v>
                </c:pt>
                <c:pt idx="90">
                  <c:v>4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1.2999999999999999E-4</c:v>
                </c:pt>
                <c:pt idx="1">
                  <c:v>1.9000000000000001E-4</c:v>
                </c:pt>
                <c:pt idx="2">
                  <c:v>2.7E-4</c:v>
                </c:pt>
                <c:pt idx="3">
                  <c:v>3.8000000000000002E-4</c:v>
                </c:pt>
                <c:pt idx="4">
                  <c:v>5.1999999999999995E-4</c:v>
                </c:pt>
                <c:pt idx="5">
                  <c:v>7.2000000000000005E-4</c:v>
                </c:pt>
                <c:pt idx="6">
                  <c:v>9.7999999999999997E-4</c:v>
                </c:pt>
                <c:pt idx="7">
                  <c:v>1.33E-3</c:v>
                </c:pt>
                <c:pt idx="8">
                  <c:v>1.7899999999999999E-3</c:v>
                </c:pt>
                <c:pt idx="9">
                  <c:v>2.3800000000000002E-3</c:v>
                </c:pt>
                <c:pt idx="10">
                  <c:v>3.16E-3</c:v>
                </c:pt>
                <c:pt idx="11">
                  <c:v>4.15E-3</c:v>
                </c:pt>
                <c:pt idx="12">
                  <c:v>5.4000000000000003E-3</c:v>
                </c:pt>
                <c:pt idx="13">
                  <c:v>6.9800000000000001E-3</c:v>
                </c:pt>
                <c:pt idx="14">
                  <c:v>8.9599999999999992E-3</c:v>
                </c:pt>
                <c:pt idx="15">
                  <c:v>1.14E-2</c:v>
                </c:pt>
                <c:pt idx="16">
                  <c:v>1.439E-2</c:v>
                </c:pt>
                <c:pt idx="17">
                  <c:v>1.8020000000000001E-2</c:v>
                </c:pt>
                <c:pt idx="18">
                  <c:v>2.239E-2</c:v>
                </c:pt>
                <c:pt idx="19">
                  <c:v>2.7609999999999999E-2</c:v>
                </c:pt>
                <c:pt idx="20">
                  <c:v>3.3770000000000001E-2</c:v>
                </c:pt>
                <c:pt idx="21">
                  <c:v>4.0989999999999999E-2</c:v>
                </c:pt>
                <c:pt idx="22">
                  <c:v>4.9349999999999998E-2</c:v>
                </c:pt>
                <c:pt idx="23">
                  <c:v>5.8950000000000002E-2</c:v>
                </c:pt>
                <c:pt idx="24">
                  <c:v>6.9870000000000002E-2</c:v>
                </c:pt>
                <c:pt idx="25">
                  <c:v>8.2150000000000001E-2</c:v>
                </c:pt>
                <c:pt idx="26">
                  <c:v>9.5839999999999995E-2</c:v>
                </c:pt>
                <c:pt idx="27">
                  <c:v>0.11092</c:v>
                </c:pt>
                <c:pt idx="28">
                  <c:v>0.12737000000000001</c:v>
                </c:pt>
                <c:pt idx="29">
                  <c:v>0.14510999999999999</c:v>
                </c:pt>
                <c:pt idx="30">
                  <c:v>0.16400999999999999</c:v>
                </c:pt>
                <c:pt idx="31">
                  <c:v>0.18392</c:v>
                </c:pt>
                <c:pt idx="32">
                  <c:v>0.20462</c:v>
                </c:pt>
                <c:pt idx="33">
                  <c:v>0.22586000000000001</c:v>
                </c:pt>
                <c:pt idx="34">
                  <c:v>0.24734999999999999</c:v>
                </c:pt>
                <c:pt idx="35">
                  <c:v>0.26873999999999998</c:v>
                </c:pt>
                <c:pt idx="36">
                  <c:v>0.28969</c:v>
                </c:pt>
                <c:pt idx="37">
                  <c:v>0.30981999999999998</c:v>
                </c:pt>
                <c:pt idx="38">
                  <c:v>0.32873000000000002</c:v>
                </c:pt>
                <c:pt idx="39">
                  <c:v>0.34605000000000002</c:v>
                </c:pt>
                <c:pt idx="40">
                  <c:v>0.36142000000000002</c:v>
                </c:pt>
                <c:pt idx="41">
                  <c:v>0.37451000000000001</c:v>
                </c:pt>
                <c:pt idx="42">
                  <c:v>0.38501000000000002</c:v>
                </c:pt>
                <c:pt idx="43">
                  <c:v>0.39268999999999998</c:v>
                </c:pt>
                <c:pt idx="44">
                  <c:v>0.39737</c:v>
                </c:pt>
                <c:pt idx="45">
                  <c:v>0.39894000000000002</c:v>
                </c:pt>
                <c:pt idx="46">
                  <c:v>0.39737</c:v>
                </c:pt>
                <c:pt idx="47">
                  <c:v>0.39268999999999998</c:v>
                </c:pt>
                <c:pt idx="48">
                  <c:v>0.38501000000000002</c:v>
                </c:pt>
                <c:pt idx="49">
                  <c:v>0.37451000000000001</c:v>
                </c:pt>
                <c:pt idx="50">
                  <c:v>0.36142000000000002</c:v>
                </c:pt>
                <c:pt idx="51">
                  <c:v>0.34605000000000002</c:v>
                </c:pt>
                <c:pt idx="52">
                  <c:v>0.32873000000000002</c:v>
                </c:pt>
                <c:pt idx="53">
                  <c:v>0.30981999999999998</c:v>
                </c:pt>
                <c:pt idx="54">
                  <c:v>0.28969</c:v>
                </c:pt>
                <c:pt idx="55">
                  <c:v>0.26873999999999998</c:v>
                </c:pt>
                <c:pt idx="56">
                  <c:v>0.24734999999999999</c:v>
                </c:pt>
                <c:pt idx="57">
                  <c:v>0.22586000000000001</c:v>
                </c:pt>
                <c:pt idx="58">
                  <c:v>0.20462</c:v>
                </c:pt>
                <c:pt idx="59">
                  <c:v>0.18392</c:v>
                </c:pt>
                <c:pt idx="60">
                  <c:v>0.16400999999999999</c:v>
                </c:pt>
                <c:pt idx="61">
                  <c:v>0.14510999999999999</c:v>
                </c:pt>
                <c:pt idx="62">
                  <c:v>0.12737000000000001</c:v>
                </c:pt>
                <c:pt idx="63">
                  <c:v>0.11092</c:v>
                </c:pt>
                <c:pt idx="64">
                  <c:v>9.5839999999999995E-2</c:v>
                </c:pt>
                <c:pt idx="65">
                  <c:v>8.2150000000000001E-2</c:v>
                </c:pt>
                <c:pt idx="66">
                  <c:v>6.9870000000000002E-2</c:v>
                </c:pt>
                <c:pt idx="67">
                  <c:v>5.8950000000000002E-2</c:v>
                </c:pt>
                <c:pt idx="68">
                  <c:v>4.9349999999999998E-2</c:v>
                </c:pt>
                <c:pt idx="69">
                  <c:v>4.0989999999999999E-2</c:v>
                </c:pt>
                <c:pt idx="70">
                  <c:v>3.3770000000000001E-2</c:v>
                </c:pt>
                <c:pt idx="71">
                  <c:v>2.7609999999999999E-2</c:v>
                </c:pt>
                <c:pt idx="72">
                  <c:v>2.239E-2</c:v>
                </c:pt>
                <c:pt idx="73">
                  <c:v>1.8020000000000001E-2</c:v>
                </c:pt>
                <c:pt idx="74">
                  <c:v>1.439E-2</c:v>
                </c:pt>
                <c:pt idx="75">
                  <c:v>1.14E-2</c:v>
                </c:pt>
                <c:pt idx="76">
                  <c:v>8.9599999999999992E-3</c:v>
                </c:pt>
                <c:pt idx="77">
                  <c:v>6.9800000000000001E-3</c:v>
                </c:pt>
                <c:pt idx="78">
                  <c:v>5.4000000000000003E-3</c:v>
                </c:pt>
                <c:pt idx="79">
                  <c:v>4.15E-3</c:v>
                </c:pt>
                <c:pt idx="80">
                  <c:v>3.16E-3</c:v>
                </c:pt>
                <c:pt idx="81">
                  <c:v>2.3800000000000002E-3</c:v>
                </c:pt>
                <c:pt idx="82">
                  <c:v>1.7899999999999999E-3</c:v>
                </c:pt>
                <c:pt idx="83">
                  <c:v>1.33E-3</c:v>
                </c:pt>
                <c:pt idx="84">
                  <c:v>9.7999999999999997E-4</c:v>
                </c:pt>
                <c:pt idx="85">
                  <c:v>7.2000000000000005E-4</c:v>
                </c:pt>
                <c:pt idx="86">
                  <c:v>5.1999999999999995E-4</c:v>
                </c:pt>
                <c:pt idx="87">
                  <c:v>3.8000000000000002E-4</c:v>
                </c:pt>
                <c:pt idx="88">
                  <c:v>2.7E-4</c:v>
                </c:pt>
                <c:pt idx="89">
                  <c:v>1.9000000000000001E-4</c:v>
                </c:pt>
                <c:pt idx="90">
                  <c:v>1.2999999999999999E-4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C5-0F4E-94FC-BDBF2755A6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7C3AED">
                <a:alpha val="45000"/>
              </a:srgbClr>
            </a:solidFill>
            <a:effectLst/>
          </c:spPr>
          <c:cat>
            <c:strRef>
              <c:f>Sheet1!$A$2:$A$102</c:f>
              <c:strCache>
                <c:ptCount val="101"/>
                <c:pt idx="0">
                  <c:v>-4</c:v>
                </c:pt>
                <c:pt idx="1">
                  <c:v>-3.92</c:v>
                </c:pt>
                <c:pt idx="2">
                  <c:v>-3.84</c:v>
                </c:pt>
                <c:pt idx="3">
                  <c:v>-3.76</c:v>
                </c:pt>
                <c:pt idx="4">
                  <c:v>-3.68</c:v>
                </c:pt>
                <c:pt idx="5">
                  <c:v>-3.6</c:v>
                </c:pt>
                <c:pt idx="6">
                  <c:v>-3.52</c:v>
                </c:pt>
                <c:pt idx="7">
                  <c:v>-3.44</c:v>
                </c:pt>
                <c:pt idx="8">
                  <c:v>-3.36</c:v>
                </c:pt>
                <c:pt idx="9">
                  <c:v>-3.28</c:v>
                </c:pt>
                <c:pt idx="10">
                  <c:v>-3.2</c:v>
                </c:pt>
                <c:pt idx="11">
                  <c:v>-3.12</c:v>
                </c:pt>
                <c:pt idx="12">
                  <c:v>-3.04</c:v>
                </c:pt>
                <c:pt idx="13">
                  <c:v>-2.96</c:v>
                </c:pt>
                <c:pt idx="14">
                  <c:v>-2.88</c:v>
                </c:pt>
                <c:pt idx="15">
                  <c:v>-2.8</c:v>
                </c:pt>
                <c:pt idx="16">
                  <c:v>-2.72</c:v>
                </c:pt>
                <c:pt idx="17">
                  <c:v>-2.64</c:v>
                </c:pt>
                <c:pt idx="18">
                  <c:v>-2.56</c:v>
                </c:pt>
                <c:pt idx="19">
                  <c:v>-2.48</c:v>
                </c:pt>
                <c:pt idx="20">
                  <c:v>-2.4</c:v>
                </c:pt>
                <c:pt idx="21">
                  <c:v>-2.32</c:v>
                </c:pt>
                <c:pt idx="22">
                  <c:v>-2.24</c:v>
                </c:pt>
                <c:pt idx="23">
                  <c:v>-2.16</c:v>
                </c:pt>
                <c:pt idx="24">
                  <c:v>-2.08</c:v>
                </c:pt>
                <c:pt idx="25">
                  <c:v>-2</c:v>
                </c:pt>
                <c:pt idx="26">
                  <c:v>-1.92</c:v>
                </c:pt>
                <c:pt idx="27">
                  <c:v>-1.84</c:v>
                </c:pt>
                <c:pt idx="28">
                  <c:v>-1.76</c:v>
                </c:pt>
                <c:pt idx="29">
                  <c:v>-1.68</c:v>
                </c:pt>
                <c:pt idx="30">
                  <c:v>-1.6</c:v>
                </c:pt>
                <c:pt idx="31">
                  <c:v>-1.52</c:v>
                </c:pt>
                <c:pt idx="32">
                  <c:v>-1.44</c:v>
                </c:pt>
                <c:pt idx="33">
                  <c:v>-1.36</c:v>
                </c:pt>
                <c:pt idx="34">
                  <c:v>-1.28</c:v>
                </c:pt>
                <c:pt idx="35">
                  <c:v>-1.2</c:v>
                </c:pt>
                <c:pt idx="36">
                  <c:v>-1.12</c:v>
                </c:pt>
                <c:pt idx="37">
                  <c:v>-1.04</c:v>
                </c:pt>
                <c:pt idx="38">
                  <c:v>-0.96</c:v>
                </c:pt>
                <c:pt idx="39">
                  <c:v>-0.88</c:v>
                </c:pt>
                <c:pt idx="40">
                  <c:v>-0.8</c:v>
                </c:pt>
                <c:pt idx="41">
                  <c:v>-0.72</c:v>
                </c:pt>
                <c:pt idx="42">
                  <c:v>-0.64</c:v>
                </c:pt>
                <c:pt idx="43">
                  <c:v>-0.56</c:v>
                </c:pt>
                <c:pt idx="44">
                  <c:v>-0.48</c:v>
                </c:pt>
                <c:pt idx="45">
                  <c:v>-0.4</c:v>
                </c:pt>
                <c:pt idx="46">
                  <c:v>-0.32</c:v>
                </c:pt>
                <c:pt idx="47">
                  <c:v>-0.24</c:v>
                </c:pt>
                <c:pt idx="48">
                  <c:v>-0.16</c:v>
                </c:pt>
                <c:pt idx="49">
                  <c:v>-0.08</c:v>
                </c:pt>
                <c:pt idx="50">
                  <c:v>0</c:v>
                </c:pt>
                <c:pt idx="51">
                  <c:v>0.08</c:v>
                </c:pt>
                <c:pt idx="52">
                  <c:v>0.16</c:v>
                </c:pt>
                <c:pt idx="53">
                  <c:v>0.24</c:v>
                </c:pt>
                <c:pt idx="54">
                  <c:v>0.32</c:v>
                </c:pt>
                <c:pt idx="55">
                  <c:v>0.4</c:v>
                </c:pt>
                <c:pt idx="56">
                  <c:v>0.48</c:v>
                </c:pt>
                <c:pt idx="57">
                  <c:v>0.56</c:v>
                </c:pt>
                <c:pt idx="58">
                  <c:v>0.64</c:v>
                </c:pt>
                <c:pt idx="59">
                  <c:v>0.72</c:v>
                </c:pt>
                <c:pt idx="60">
                  <c:v>0.8</c:v>
                </c:pt>
                <c:pt idx="61">
                  <c:v>0.88</c:v>
                </c:pt>
                <c:pt idx="62">
                  <c:v>0.96</c:v>
                </c:pt>
                <c:pt idx="63">
                  <c:v>1.04</c:v>
                </c:pt>
                <c:pt idx="64">
                  <c:v>1.12</c:v>
                </c:pt>
                <c:pt idx="65">
                  <c:v>1.2</c:v>
                </c:pt>
                <c:pt idx="66">
                  <c:v>1.28</c:v>
                </c:pt>
                <c:pt idx="67">
                  <c:v>1.36</c:v>
                </c:pt>
                <c:pt idx="68">
                  <c:v>1.44</c:v>
                </c:pt>
                <c:pt idx="69">
                  <c:v>1.52</c:v>
                </c:pt>
                <c:pt idx="70">
                  <c:v>1.6</c:v>
                </c:pt>
                <c:pt idx="71">
                  <c:v>1.68</c:v>
                </c:pt>
                <c:pt idx="72">
                  <c:v>1.76</c:v>
                </c:pt>
                <c:pt idx="73">
                  <c:v>1.84</c:v>
                </c:pt>
                <c:pt idx="74">
                  <c:v>1.92</c:v>
                </c:pt>
                <c:pt idx="75">
                  <c:v>2</c:v>
                </c:pt>
                <c:pt idx="76">
                  <c:v>2.08</c:v>
                </c:pt>
                <c:pt idx="77">
                  <c:v>2.16</c:v>
                </c:pt>
                <c:pt idx="78">
                  <c:v>2.24</c:v>
                </c:pt>
                <c:pt idx="79">
                  <c:v>2.32</c:v>
                </c:pt>
                <c:pt idx="80">
                  <c:v>2.4</c:v>
                </c:pt>
                <c:pt idx="81">
                  <c:v>2.48</c:v>
                </c:pt>
                <c:pt idx="82">
                  <c:v>2.56</c:v>
                </c:pt>
                <c:pt idx="83">
                  <c:v>2.64</c:v>
                </c:pt>
                <c:pt idx="84">
                  <c:v>2.72</c:v>
                </c:pt>
                <c:pt idx="85">
                  <c:v>2.8</c:v>
                </c:pt>
                <c:pt idx="86">
                  <c:v>2.88</c:v>
                </c:pt>
                <c:pt idx="87">
                  <c:v>2.96</c:v>
                </c:pt>
                <c:pt idx="88">
                  <c:v>3.04</c:v>
                </c:pt>
                <c:pt idx="89">
                  <c:v>3.12</c:v>
                </c:pt>
                <c:pt idx="90">
                  <c:v>3.2</c:v>
                </c:pt>
                <c:pt idx="91">
                  <c:v>3.28</c:v>
                </c:pt>
                <c:pt idx="92">
                  <c:v>3.36</c:v>
                </c:pt>
                <c:pt idx="93">
                  <c:v>3.44</c:v>
                </c:pt>
                <c:pt idx="94">
                  <c:v>3.52</c:v>
                </c:pt>
                <c:pt idx="95">
                  <c:v>3.6</c:v>
                </c:pt>
                <c:pt idx="96">
                  <c:v>3.68</c:v>
                </c:pt>
                <c:pt idx="97">
                  <c:v>3.76</c:v>
                </c:pt>
                <c:pt idx="98">
                  <c:v>3.84</c:v>
                </c:pt>
                <c:pt idx="99">
                  <c:v>3.92</c:v>
                </c:pt>
                <c:pt idx="100">
                  <c:v>4</c:v>
                </c:pt>
              </c:strCache>
            </c:str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1.2999999999999999E-4</c:v>
                </c:pt>
                <c:pt idx="1">
                  <c:v>1.8000000000000001E-4</c:v>
                </c:pt>
                <c:pt idx="2">
                  <c:v>2.5000000000000001E-4</c:v>
                </c:pt>
                <c:pt idx="3">
                  <c:v>3.4000000000000002E-4</c:v>
                </c:pt>
                <c:pt idx="4">
                  <c:v>4.6000000000000001E-4</c:v>
                </c:pt>
                <c:pt idx="5">
                  <c:v>6.0999999999999997E-4</c:v>
                </c:pt>
                <c:pt idx="6">
                  <c:v>8.0999999999999996E-4</c:v>
                </c:pt>
                <c:pt idx="7">
                  <c:v>1.07E-3</c:v>
                </c:pt>
                <c:pt idx="8">
                  <c:v>1.41E-3</c:v>
                </c:pt>
                <c:pt idx="9">
                  <c:v>1.8400000000000001E-3</c:v>
                </c:pt>
                <c:pt idx="10">
                  <c:v>2.3800000000000002E-3</c:v>
                </c:pt>
                <c:pt idx="11">
                  <c:v>3.0699999999999998E-3</c:v>
                </c:pt>
                <c:pt idx="12">
                  <c:v>3.9300000000000003E-3</c:v>
                </c:pt>
                <c:pt idx="13">
                  <c:v>4.9899999999999996E-3</c:v>
                </c:pt>
                <c:pt idx="14">
                  <c:v>6.3099999999999996E-3</c:v>
                </c:pt>
                <c:pt idx="15">
                  <c:v>7.92E-3</c:v>
                </c:pt>
                <c:pt idx="16">
                  <c:v>9.8700000000000003E-3</c:v>
                </c:pt>
                <c:pt idx="17">
                  <c:v>1.223E-2</c:v>
                </c:pt>
                <c:pt idx="18">
                  <c:v>1.506E-2</c:v>
                </c:pt>
                <c:pt idx="19">
                  <c:v>1.8419999999999999E-2</c:v>
                </c:pt>
                <c:pt idx="20">
                  <c:v>2.239E-2</c:v>
                </c:pt>
                <c:pt idx="21">
                  <c:v>2.7050000000000001E-2</c:v>
                </c:pt>
                <c:pt idx="22">
                  <c:v>3.2460000000000003E-2</c:v>
                </c:pt>
                <c:pt idx="23">
                  <c:v>3.8710000000000001E-2</c:v>
                </c:pt>
                <c:pt idx="24">
                  <c:v>4.5859999999999998E-2</c:v>
                </c:pt>
                <c:pt idx="25">
                  <c:v>5.3990000000000003E-2</c:v>
                </c:pt>
                <c:pt idx="26">
                  <c:v>6.3159999999999994E-2</c:v>
                </c:pt>
                <c:pt idx="27">
                  <c:v>7.3410000000000003E-2</c:v>
                </c:pt>
                <c:pt idx="28">
                  <c:v>8.4779999999999994E-2</c:v>
                </c:pt>
                <c:pt idx="29">
                  <c:v>9.7280000000000005E-2</c:v>
                </c:pt>
                <c:pt idx="30">
                  <c:v>0.11092</c:v>
                </c:pt>
                <c:pt idx="31">
                  <c:v>0.12565999999999999</c:v>
                </c:pt>
                <c:pt idx="32">
                  <c:v>0.14146</c:v>
                </c:pt>
                <c:pt idx="33">
                  <c:v>0.15822</c:v>
                </c:pt>
                <c:pt idx="34">
                  <c:v>0.17585000000000001</c:v>
                </c:pt>
                <c:pt idx="35">
                  <c:v>0.19419</c:v>
                </c:pt>
                <c:pt idx="36">
                  <c:v>0.21307000000000001</c:v>
                </c:pt>
                <c:pt idx="37">
                  <c:v>0.23230000000000001</c:v>
                </c:pt>
                <c:pt idx="38">
                  <c:v>0.25163999999999997</c:v>
                </c:pt>
                <c:pt idx="39">
                  <c:v>0.27085999999999999</c:v>
                </c:pt>
                <c:pt idx="40">
                  <c:v>0.28969</c:v>
                </c:pt>
                <c:pt idx="41">
                  <c:v>0.30785000000000001</c:v>
                </c:pt>
                <c:pt idx="42">
                  <c:v>0.32506000000000002</c:v>
                </c:pt>
                <c:pt idx="43">
                  <c:v>0.34105000000000002</c:v>
                </c:pt>
                <c:pt idx="44">
                  <c:v>0.35553000000000001</c:v>
                </c:pt>
                <c:pt idx="45">
                  <c:v>0.36826999999999999</c:v>
                </c:pt>
                <c:pt idx="46">
                  <c:v>0.37902999999999998</c:v>
                </c:pt>
                <c:pt idx="47">
                  <c:v>0.38762000000000002</c:v>
                </c:pt>
                <c:pt idx="48">
                  <c:v>0.39387</c:v>
                </c:pt>
                <c:pt idx="49">
                  <c:v>0.39767000000000002</c:v>
                </c:pt>
                <c:pt idx="50">
                  <c:v>0.39894000000000002</c:v>
                </c:pt>
                <c:pt idx="51">
                  <c:v>0.39767000000000002</c:v>
                </c:pt>
                <c:pt idx="52">
                  <c:v>0.39387</c:v>
                </c:pt>
                <c:pt idx="53">
                  <c:v>0.38762000000000002</c:v>
                </c:pt>
                <c:pt idx="54">
                  <c:v>0.37902999999999998</c:v>
                </c:pt>
                <c:pt idx="55">
                  <c:v>0.36826999999999999</c:v>
                </c:pt>
                <c:pt idx="56">
                  <c:v>0.35553000000000001</c:v>
                </c:pt>
                <c:pt idx="57">
                  <c:v>0.34105000000000002</c:v>
                </c:pt>
                <c:pt idx="58">
                  <c:v>0.32506000000000002</c:v>
                </c:pt>
                <c:pt idx="59">
                  <c:v>0.30785000000000001</c:v>
                </c:pt>
                <c:pt idx="60">
                  <c:v>0.28969</c:v>
                </c:pt>
                <c:pt idx="61">
                  <c:v>0.27085999999999999</c:v>
                </c:pt>
                <c:pt idx="62">
                  <c:v>0.25163999999999997</c:v>
                </c:pt>
                <c:pt idx="63">
                  <c:v>0.23230000000000001</c:v>
                </c:pt>
                <c:pt idx="64">
                  <c:v>0.21307000000000001</c:v>
                </c:pt>
                <c:pt idx="65">
                  <c:v>0.19419</c:v>
                </c:pt>
                <c:pt idx="66">
                  <c:v>0.17585000000000001</c:v>
                </c:pt>
                <c:pt idx="67">
                  <c:v>0.15822</c:v>
                </c:pt>
                <c:pt idx="68">
                  <c:v>0.14146</c:v>
                </c:pt>
                <c:pt idx="69">
                  <c:v>0.12565999999999999</c:v>
                </c:pt>
                <c:pt idx="70">
                  <c:v>0.11092</c:v>
                </c:pt>
                <c:pt idx="71">
                  <c:v>9.7280000000000005E-2</c:v>
                </c:pt>
                <c:pt idx="72">
                  <c:v>8.4779999999999994E-2</c:v>
                </c:pt>
                <c:pt idx="73">
                  <c:v>7.3410000000000003E-2</c:v>
                </c:pt>
                <c:pt idx="74">
                  <c:v>6.3159999999999994E-2</c:v>
                </c:pt>
                <c:pt idx="75">
                  <c:v>5.3990000000000003E-2</c:v>
                </c:pt>
                <c:pt idx="76">
                  <c:v>4.5859999999999998E-2</c:v>
                </c:pt>
                <c:pt idx="77">
                  <c:v>3.8710000000000001E-2</c:v>
                </c:pt>
                <c:pt idx="78">
                  <c:v>3.2460000000000003E-2</c:v>
                </c:pt>
                <c:pt idx="79">
                  <c:v>2.7050000000000001E-2</c:v>
                </c:pt>
                <c:pt idx="80">
                  <c:v>2.239E-2</c:v>
                </c:pt>
                <c:pt idx="81">
                  <c:v>1.8419999999999999E-2</c:v>
                </c:pt>
                <c:pt idx="82">
                  <c:v>1.506E-2</c:v>
                </c:pt>
                <c:pt idx="83">
                  <c:v>1.223E-2</c:v>
                </c:pt>
                <c:pt idx="84">
                  <c:v>9.8700000000000003E-3</c:v>
                </c:pt>
                <c:pt idx="85">
                  <c:v>7.92E-3</c:v>
                </c:pt>
                <c:pt idx="86">
                  <c:v>6.3099999999999996E-3</c:v>
                </c:pt>
                <c:pt idx="87">
                  <c:v>4.9899999999999996E-3</c:v>
                </c:pt>
                <c:pt idx="88">
                  <c:v>3.9300000000000003E-3</c:v>
                </c:pt>
                <c:pt idx="89">
                  <c:v>3.0699999999999998E-3</c:v>
                </c:pt>
                <c:pt idx="90">
                  <c:v>2.3800000000000002E-3</c:v>
                </c:pt>
                <c:pt idx="91">
                  <c:v>1.8400000000000001E-3</c:v>
                </c:pt>
                <c:pt idx="92">
                  <c:v>1.41E-3</c:v>
                </c:pt>
                <c:pt idx="93">
                  <c:v>1.07E-3</c:v>
                </c:pt>
                <c:pt idx="94">
                  <c:v>8.0999999999999996E-4</c:v>
                </c:pt>
                <c:pt idx="95">
                  <c:v>6.0999999999999997E-4</c:v>
                </c:pt>
                <c:pt idx="96">
                  <c:v>4.6000000000000001E-4</c:v>
                </c:pt>
                <c:pt idx="97">
                  <c:v>3.4000000000000002E-4</c:v>
                </c:pt>
                <c:pt idx="98">
                  <c:v>2.5000000000000001E-4</c:v>
                </c:pt>
                <c:pt idx="99">
                  <c:v>1.8000000000000001E-4</c:v>
                </c:pt>
                <c:pt idx="100">
                  <c:v>1.2999999999999999E-4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47-3146-AE33-6DE8977948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F97316">
                <a:alpha val="55000"/>
              </a:srgbClr>
            </a:solidFill>
            <a:effectLst/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0.133</c:v>
                </c:pt>
                <c:pt idx="2">
                  <c:v>0.267</c:v>
                </c:pt>
                <c:pt idx="3">
                  <c:v>0.4</c:v>
                </c:pt>
                <c:pt idx="4">
                  <c:v>0.533</c:v>
                </c:pt>
                <c:pt idx="5">
                  <c:v>0.667</c:v>
                </c:pt>
                <c:pt idx="6">
                  <c:v>0.8</c:v>
                </c:pt>
                <c:pt idx="7">
                  <c:v>0.933</c:v>
                </c:pt>
                <c:pt idx="8">
                  <c:v>1.067</c:v>
                </c:pt>
                <c:pt idx="9">
                  <c:v>1.2</c:v>
                </c:pt>
                <c:pt idx="10">
                  <c:v>1.333</c:v>
                </c:pt>
                <c:pt idx="11">
                  <c:v>1.467</c:v>
                </c:pt>
                <c:pt idx="12">
                  <c:v>1.6</c:v>
                </c:pt>
                <c:pt idx="13">
                  <c:v>1.733</c:v>
                </c:pt>
                <c:pt idx="14">
                  <c:v>1.867</c:v>
                </c:pt>
                <c:pt idx="15">
                  <c:v>2</c:v>
                </c:pt>
                <c:pt idx="16">
                  <c:v>2.133</c:v>
                </c:pt>
                <c:pt idx="17">
                  <c:v>2.267</c:v>
                </c:pt>
                <c:pt idx="18">
                  <c:v>2.4</c:v>
                </c:pt>
                <c:pt idx="19">
                  <c:v>2.533</c:v>
                </c:pt>
                <c:pt idx="20">
                  <c:v>2.667</c:v>
                </c:pt>
                <c:pt idx="21">
                  <c:v>2.8</c:v>
                </c:pt>
                <c:pt idx="22">
                  <c:v>2.933</c:v>
                </c:pt>
                <c:pt idx="23">
                  <c:v>3.067</c:v>
                </c:pt>
                <c:pt idx="24">
                  <c:v>3.2</c:v>
                </c:pt>
                <c:pt idx="25">
                  <c:v>3.333</c:v>
                </c:pt>
                <c:pt idx="26">
                  <c:v>3.467</c:v>
                </c:pt>
                <c:pt idx="27">
                  <c:v>3.6</c:v>
                </c:pt>
                <c:pt idx="28">
                  <c:v>3.733</c:v>
                </c:pt>
                <c:pt idx="29">
                  <c:v>3.867</c:v>
                </c:pt>
                <c:pt idx="30">
                  <c:v>4</c:v>
                </c:pt>
                <c:pt idx="31">
                  <c:v>4.133</c:v>
                </c:pt>
                <c:pt idx="32">
                  <c:v>4.267</c:v>
                </c:pt>
                <c:pt idx="33">
                  <c:v>4.4</c:v>
                </c:pt>
                <c:pt idx="34">
                  <c:v>4.533</c:v>
                </c:pt>
                <c:pt idx="35">
                  <c:v>4.667</c:v>
                </c:pt>
                <c:pt idx="36">
                  <c:v>4.8</c:v>
                </c:pt>
                <c:pt idx="37">
                  <c:v>4.933</c:v>
                </c:pt>
                <c:pt idx="38">
                  <c:v>5.067</c:v>
                </c:pt>
                <c:pt idx="39">
                  <c:v>5.2</c:v>
                </c:pt>
                <c:pt idx="40">
                  <c:v>5.333</c:v>
                </c:pt>
                <c:pt idx="41">
                  <c:v>5.467</c:v>
                </c:pt>
                <c:pt idx="42">
                  <c:v>5.6</c:v>
                </c:pt>
                <c:pt idx="43">
                  <c:v>5.733</c:v>
                </c:pt>
                <c:pt idx="44">
                  <c:v>5.867</c:v>
                </c:pt>
                <c:pt idx="45">
                  <c:v>6</c:v>
                </c:pt>
                <c:pt idx="46">
                  <c:v>6.133</c:v>
                </c:pt>
                <c:pt idx="47">
                  <c:v>6.267</c:v>
                </c:pt>
                <c:pt idx="48">
                  <c:v>6.4</c:v>
                </c:pt>
                <c:pt idx="49">
                  <c:v>6.533</c:v>
                </c:pt>
                <c:pt idx="50">
                  <c:v>6.667</c:v>
                </c:pt>
                <c:pt idx="51">
                  <c:v>6.8</c:v>
                </c:pt>
                <c:pt idx="52">
                  <c:v>6.933</c:v>
                </c:pt>
                <c:pt idx="53">
                  <c:v>7.067</c:v>
                </c:pt>
                <c:pt idx="54">
                  <c:v>7.2</c:v>
                </c:pt>
                <c:pt idx="55">
                  <c:v>7.333</c:v>
                </c:pt>
                <c:pt idx="56">
                  <c:v>7.467</c:v>
                </c:pt>
                <c:pt idx="57">
                  <c:v>7.6</c:v>
                </c:pt>
                <c:pt idx="58">
                  <c:v>7.733</c:v>
                </c:pt>
                <c:pt idx="59">
                  <c:v>7.867</c:v>
                </c:pt>
                <c:pt idx="60">
                  <c:v>8</c:v>
                </c:pt>
                <c:pt idx="61">
                  <c:v>8.133</c:v>
                </c:pt>
                <c:pt idx="62">
                  <c:v>8.267</c:v>
                </c:pt>
                <c:pt idx="63">
                  <c:v>8.4</c:v>
                </c:pt>
                <c:pt idx="64">
                  <c:v>8.533</c:v>
                </c:pt>
                <c:pt idx="65">
                  <c:v>8.667</c:v>
                </c:pt>
                <c:pt idx="66">
                  <c:v>8.8</c:v>
                </c:pt>
                <c:pt idx="67">
                  <c:v>8.933</c:v>
                </c:pt>
                <c:pt idx="68">
                  <c:v>9.067</c:v>
                </c:pt>
                <c:pt idx="69">
                  <c:v>9.2</c:v>
                </c:pt>
                <c:pt idx="70">
                  <c:v>9.333</c:v>
                </c:pt>
                <c:pt idx="71">
                  <c:v>9.467</c:v>
                </c:pt>
                <c:pt idx="72">
                  <c:v>9.6</c:v>
                </c:pt>
                <c:pt idx="73">
                  <c:v>9.733</c:v>
                </c:pt>
                <c:pt idx="74">
                  <c:v>9.867</c:v>
                </c:pt>
                <c:pt idx="75">
                  <c:v>10</c:v>
                </c:pt>
                <c:pt idx="76">
                  <c:v>10.133</c:v>
                </c:pt>
                <c:pt idx="77">
                  <c:v>10.267</c:v>
                </c:pt>
                <c:pt idx="78">
                  <c:v>10.4</c:v>
                </c:pt>
                <c:pt idx="79">
                  <c:v>10.533</c:v>
                </c:pt>
                <c:pt idx="80">
                  <c:v>10.667</c:v>
                </c:pt>
                <c:pt idx="81">
                  <c:v>10.8</c:v>
                </c:pt>
                <c:pt idx="82">
                  <c:v>10.933</c:v>
                </c:pt>
                <c:pt idx="83">
                  <c:v>11.067</c:v>
                </c:pt>
                <c:pt idx="84">
                  <c:v>11.2</c:v>
                </c:pt>
                <c:pt idx="85">
                  <c:v>11.333</c:v>
                </c:pt>
                <c:pt idx="86">
                  <c:v>11.467</c:v>
                </c:pt>
                <c:pt idx="87">
                  <c:v>11.6</c:v>
                </c:pt>
                <c:pt idx="88">
                  <c:v>11.733</c:v>
                </c:pt>
                <c:pt idx="89">
                  <c:v>11.867</c:v>
                </c:pt>
                <c:pt idx="90">
                  <c:v>12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0.18238000000000001</c:v>
                </c:pt>
                <c:pt idx="1">
                  <c:v>0.21813000000000002</c:v>
                </c:pt>
                <c:pt idx="2">
                  <c:v>0.25768600000000003</c:v>
                </c:pt>
                <c:pt idx="3">
                  <c:v>0.30069600000000002</c:v>
                </c:pt>
                <c:pt idx="4">
                  <c:v>0.34654400000000002</c:v>
                </c:pt>
                <c:pt idx="5">
                  <c:v>0.39452599999999999</c:v>
                </c:pt>
                <c:pt idx="6">
                  <c:v>0.44360800000000006</c:v>
                </c:pt>
                <c:pt idx="7">
                  <c:v>0.49269000000000007</c:v>
                </c:pt>
                <c:pt idx="8">
                  <c:v>0.54049600000000009</c:v>
                </c:pt>
                <c:pt idx="9">
                  <c:v>0.58566200000000002</c:v>
                </c:pt>
                <c:pt idx="10">
                  <c:v>0.62680200000000008</c:v>
                </c:pt>
                <c:pt idx="11">
                  <c:v>0.66261800000000004</c:v>
                </c:pt>
                <c:pt idx="12">
                  <c:v>0.69187799999999999</c:v>
                </c:pt>
                <c:pt idx="13">
                  <c:v>0.71354800000000007</c:v>
                </c:pt>
                <c:pt idx="14">
                  <c:v>0.72690200000000005</c:v>
                </c:pt>
                <c:pt idx="15">
                  <c:v>0.7313900000000001</c:v>
                </c:pt>
                <c:pt idx="16">
                  <c:v>0.72690200000000005</c:v>
                </c:pt>
                <c:pt idx="17">
                  <c:v>0.71354800000000007</c:v>
                </c:pt>
                <c:pt idx="18">
                  <c:v>0.69187799999999999</c:v>
                </c:pt>
                <c:pt idx="19">
                  <c:v>0.66261800000000004</c:v>
                </c:pt>
                <c:pt idx="20">
                  <c:v>0.62680200000000008</c:v>
                </c:pt>
                <c:pt idx="21">
                  <c:v>0.58566200000000002</c:v>
                </c:pt>
                <c:pt idx="22">
                  <c:v>0.54049600000000009</c:v>
                </c:pt>
                <c:pt idx="23">
                  <c:v>0.49269000000000007</c:v>
                </c:pt>
                <c:pt idx="24">
                  <c:v>0.44360800000000006</c:v>
                </c:pt>
                <c:pt idx="25">
                  <c:v>0.39452599999999999</c:v>
                </c:pt>
                <c:pt idx="26">
                  <c:v>0.34654400000000002</c:v>
                </c:pt>
                <c:pt idx="27">
                  <c:v>0.30069600000000002</c:v>
                </c:pt>
                <c:pt idx="28">
                  <c:v>0.25768600000000003</c:v>
                </c:pt>
                <c:pt idx="29">
                  <c:v>0.21813000000000002</c:v>
                </c:pt>
                <c:pt idx="30">
                  <c:v>3.3160000000000002E-2</c:v>
                </c:pt>
                <c:pt idx="31">
                  <c:v>2.7383999999999999E-2</c:v>
                </c:pt>
                <c:pt idx="32">
                  <c:v>2.2336000000000002E-2</c:v>
                </c:pt>
                <c:pt idx="33">
                  <c:v>1.7996000000000002E-2</c:v>
                </c:pt>
                <c:pt idx="34">
                  <c:v>1.4324000000000002E-2</c:v>
                </c:pt>
                <c:pt idx="35">
                  <c:v>1.1256E-2</c:v>
                </c:pt>
                <c:pt idx="36">
                  <c:v>8.7400000000000012E-3</c:v>
                </c:pt>
                <c:pt idx="37">
                  <c:v>6.7040000000000008E-3</c:v>
                </c:pt>
                <c:pt idx="38">
                  <c:v>5.0760000000000007E-3</c:v>
                </c:pt>
                <c:pt idx="39">
                  <c:v>3.8E-3</c:v>
                </c:pt>
                <c:pt idx="40">
                  <c:v>2.8080000000000002E-3</c:v>
                </c:pt>
                <c:pt idx="41">
                  <c:v>2.0480000000000003E-3</c:v>
                </c:pt>
                <c:pt idx="42">
                  <c:v>1.4760000000000001E-3</c:v>
                </c:pt>
                <c:pt idx="43">
                  <c:v>1.052E-3</c:v>
                </c:pt>
                <c:pt idx="44">
                  <c:v>7.400000000000001E-4</c:v>
                </c:pt>
                <c:pt idx="45">
                  <c:v>5.1599999999999997E-4</c:v>
                </c:pt>
                <c:pt idx="46">
                  <c:v>3.5200000000000005E-4</c:v>
                </c:pt>
                <c:pt idx="47">
                  <c:v>2.3999999999999998E-4</c:v>
                </c:pt>
                <c:pt idx="48">
                  <c:v>1.6000000000000001E-4</c:v>
                </c:pt>
                <c:pt idx="49">
                  <c:v>1.0399999999999999E-4</c:v>
                </c:pt>
                <c:pt idx="50">
                  <c:v>6.8000000000000013E-5</c:v>
                </c:pt>
                <c:pt idx="51">
                  <c:v>4.4000000000000006E-5</c:v>
                </c:pt>
                <c:pt idx="52">
                  <c:v>2.8E-5</c:v>
                </c:pt>
                <c:pt idx="53">
                  <c:v>1.6000000000000003E-5</c:v>
                </c:pt>
                <c:pt idx="54">
                  <c:v>1.2E-5</c:v>
                </c:pt>
                <c:pt idx="55">
                  <c:v>8.0000000000000013E-6</c:v>
                </c:pt>
                <c:pt idx="56">
                  <c:v>4.0000000000000007E-6</c:v>
                </c:pt>
                <c:pt idx="57">
                  <c:v>4.0000000000000007E-6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48-1F45-932D-58A27AB9AA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7C3AED">
                <a:alpha val="55000"/>
              </a:srgbClr>
            </a:solidFill>
            <a:effectLst/>
          </c:spPr>
          <c:cat>
            <c:strRef>
              <c:f>Sheet1!$A$2:$A$92</c:f>
              <c:strCache>
                <c:ptCount val="91"/>
                <c:pt idx="0">
                  <c:v>-4</c:v>
                </c:pt>
                <c:pt idx="1">
                  <c:v>-3.911</c:v>
                </c:pt>
                <c:pt idx="2">
                  <c:v>-3.822</c:v>
                </c:pt>
                <c:pt idx="3">
                  <c:v>-3.733</c:v>
                </c:pt>
                <c:pt idx="4">
                  <c:v>-3.644</c:v>
                </c:pt>
                <c:pt idx="5">
                  <c:v>-3.556</c:v>
                </c:pt>
                <c:pt idx="6">
                  <c:v>-3.467</c:v>
                </c:pt>
                <c:pt idx="7">
                  <c:v>-3.378</c:v>
                </c:pt>
                <c:pt idx="8">
                  <c:v>-3.289</c:v>
                </c:pt>
                <c:pt idx="9">
                  <c:v>-3.2</c:v>
                </c:pt>
                <c:pt idx="10">
                  <c:v>-3.111</c:v>
                </c:pt>
                <c:pt idx="11">
                  <c:v>-3.022</c:v>
                </c:pt>
                <c:pt idx="12">
                  <c:v>-2.933</c:v>
                </c:pt>
                <c:pt idx="13">
                  <c:v>-2.844</c:v>
                </c:pt>
                <c:pt idx="14">
                  <c:v>-2.756</c:v>
                </c:pt>
                <c:pt idx="15">
                  <c:v>-2.667</c:v>
                </c:pt>
                <c:pt idx="16">
                  <c:v>-2.578</c:v>
                </c:pt>
                <c:pt idx="17">
                  <c:v>-2.489</c:v>
                </c:pt>
                <c:pt idx="18">
                  <c:v>-2.4</c:v>
                </c:pt>
                <c:pt idx="19">
                  <c:v>-2.311</c:v>
                </c:pt>
                <c:pt idx="20">
                  <c:v>-2.222</c:v>
                </c:pt>
                <c:pt idx="21">
                  <c:v>-2.133</c:v>
                </c:pt>
                <c:pt idx="22">
                  <c:v>-2.044</c:v>
                </c:pt>
                <c:pt idx="23">
                  <c:v>-1.956</c:v>
                </c:pt>
                <c:pt idx="24">
                  <c:v>-1.867</c:v>
                </c:pt>
                <c:pt idx="25">
                  <c:v>-1.778</c:v>
                </c:pt>
                <c:pt idx="26">
                  <c:v>-1.689</c:v>
                </c:pt>
                <c:pt idx="27">
                  <c:v>-1.6</c:v>
                </c:pt>
                <c:pt idx="28">
                  <c:v>-1.511</c:v>
                </c:pt>
                <c:pt idx="29">
                  <c:v>-1.422</c:v>
                </c:pt>
                <c:pt idx="30">
                  <c:v>-1.333</c:v>
                </c:pt>
                <c:pt idx="31">
                  <c:v>-1.244</c:v>
                </c:pt>
                <c:pt idx="32">
                  <c:v>-1.156</c:v>
                </c:pt>
                <c:pt idx="33">
                  <c:v>-1.067</c:v>
                </c:pt>
                <c:pt idx="34">
                  <c:v>-0.978</c:v>
                </c:pt>
                <c:pt idx="35">
                  <c:v>-0.889</c:v>
                </c:pt>
                <c:pt idx="36">
                  <c:v>-0.8</c:v>
                </c:pt>
                <c:pt idx="37">
                  <c:v>-0.711</c:v>
                </c:pt>
                <c:pt idx="38">
                  <c:v>-0.622</c:v>
                </c:pt>
                <c:pt idx="39">
                  <c:v>-0.533</c:v>
                </c:pt>
                <c:pt idx="40">
                  <c:v>-0.444</c:v>
                </c:pt>
                <c:pt idx="41">
                  <c:v>-0.356</c:v>
                </c:pt>
                <c:pt idx="42">
                  <c:v>-0.267</c:v>
                </c:pt>
                <c:pt idx="43">
                  <c:v>-0.178</c:v>
                </c:pt>
                <c:pt idx="44">
                  <c:v>-0.089</c:v>
                </c:pt>
                <c:pt idx="45">
                  <c:v>0</c:v>
                </c:pt>
                <c:pt idx="46">
                  <c:v>0.089</c:v>
                </c:pt>
                <c:pt idx="47">
                  <c:v>0.178</c:v>
                </c:pt>
                <c:pt idx="48">
                  <c:v>0.267</c:v>
                </c:pt>
                <c:pt idx="49">
                  <c:v>0.356</c:v>
                </c:pt>
                <c:pt idx="50">
                  <c:v>0.444</c:v>
                </c:pt>
                <c:pt idx="51">
                  <c:v>0.533</c:v>
                </c:pt>
                <c:pt idx="52">
                  <c:v>0.622</c:v>
                </c:pt>
                <c:pt idx="53">
                  <c:v>0.711</c:v>
                </c:pt>
                <c:pt idx="54">
                  <c:v>0.8</c:v>
                </c:pt>
                <c:pt idx="55">
                  <c:v>0.889</c:v>
                </c:pt>
                <c:pt idx="56">
                  <c:v>0.978</c:v>
                </c:pt>
                <c:pt idx="57">
                  <c:v>1.067</c:v>
                </c:pt>
                <c:pt idx="58">
                  <c:v>1.156</c:v>
                </c:pt>
                <c:pt idx="59">
                  <c:v>1.244</c:v>
                </c:pt>
                <c:pt idx="60">
                  <c:v>1.333</c:v>
                </c:pt>
                <c:pt idx="61">
                  <c:v>1.422</c:v>
                </c:pt>
                <c:pt idx="62">
                  <c:v>1.511</c:v>
                </c:pt>
                <c:pt idx="63">
                  <c:v>1.6</c:v>
                </c:pt>
                <c:pt idx="64">
                  <c:v>1.689</c:v>
                </c:pt>
                <c:pt idx="65">
                  <c:v>1.778</c:v>
                </c:pt>
                <c:pt idx="66">
                  <c:v>1.867</c:v>
                </c:pt>
                <c:pt idx="67">
                  <c:v>1.956</c:v>
                </c:pt>
                <c:pt idx="68">
                  <c:v>2.044</c:v>
                </c:pt>
                <c:pt idx="69">
                  <c:v>2.133</c:v>
                </c:pt>
                <c:pt idx="70">
                  <c:v>2.222</c:v>
                </c:pt>
                <c:pt idx="71">
                  <c:v>2.311</c:v>
                </c:pt>
                <c:pt idx="72">
                  <c:v>2.4</c:v>
                </c:pt>
                <c:pt idx="73">
                  <c:v>2.489</c:v>
                </c:pt>
                <c:pt idx="74">
                  <c:v>2.578</c:v>
                </c:pt>
                <c:pt idx="75">
                  <c:v>2.667</c:v>
                </c:pt>
                <c:pt idx="76">
                  <c:v>2.756</c:v>
                </c:pt>
                <c:pt idx="77">
                  <c:v>2.844</c:v>
                </c:pt>
                <c:pt idx="78">
                  <c:v>2.933</c:v>
                </c:pt>
                <c:pt idx="79">
                  <c:v>3.022</c:v>
                </c:pt>
                <c:pt idx="80">
                  <c:v>3.111</c:v>
                </c:pt>
                <c:pt idx="81">
                  <c:v>3.2</c:v>
                </c:pt>
                <c:pt idx="82">
                  <c:v>3.289</c:v>
                </c:pt>
                <c:pt idx="83">
                  <c:v>3.378</c:v>
                </c:pt>
                <c:pt idx="84">
                  <c:v>3.467</c:v>
                </c:pt>
                <c:pt idx="85">
                  <c:v>3.556</c:v>
                </c:pt>
                <c:pt idx="86">
                  <c:v>3.644</c:v>
                </c:pt>
                <c:pt idx="87">
                  <c:v>3.733</c:v>
                </c:pt>
                <c:pt idx="88">
                  <c:v>3.822</c:v>
                </c:pt>
                <c:pt idx="89">
                  <c:v>3.911</c:v>
                </c:pt>
                <c:pt idx="90">
                  <c:v>4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1.2999999999999999E-4</c:v>
                </c:pt>
                <c:pt idx="1">
                  <c:v>1.9000000000000001E-4</c:v>
                </c:pt>
                <c:pt idx="2">
                  <c:v>2.7E-4</c:v>
                </c:pt>
                <c:pt idx="3">
                  <c:v>3.8000000000000002E-4</c:v>
                </c:pt>
                <c:pt idx="4">
                  <c:v>5.1999999999999995E-4</c:v>
                </c:pt>
                <c:pt idx="5">
                  <c:v>7.2000000000000005E-4</c:v>
                </c:pt>
                <c:pt idx="6">
                  <c:v>9.7999999999999997E-4</c:v>
                </c:pt>
                <c:pt idx="7">
                  <c:v>1.33E-3</c:v>
                </c:pt>
                <c:pt idx="8">
                  <c:v>1.7899999999999999E-3</c:v>
                </c:pt>
                <c:pt idx="9">
                  <c:v>2.3800000000000002E-3</c:v>
                </c:pt>
                <c:pt idx="10">
                  <c:v>3.16E-3</c:v>
                </c:pt>
                <c:pt idx="11">
                  <c:v>4.15E-3</c:v>
                </c:pt>
                <c:pt idx="12">
                  <c:v>5.4000000000000003E-3</c:v>
                </c:pt>
                <c:pt idx="13">
                  <c:v>6.9800000000000001E-3</c:v>
                </c:pt>
                <c:pt idx="14">
                  <c:v>8.9599999999999992E-3</c:v>
                </c:pt>
                <c:pt idx="15">
                  <c:v>1.14E-2</c:v>
                </c:pt>
                <c:pt idx="16">
                  <c:v>1.439E-2</c:v>
                </c:pt>
                <c:pt idx="17">
                  <c:v>1.8020000000000001E-2</c:v>
                </c:pt>
                <c:pt idx="18">
                  <c:v>2.239E-2</c:v>
                </c:pt>
                <c:pt idx="19">
                  <c:v>2.7609999999999999E-2</c:v>
                </c:pt>
                <c:pt idx="20">
                  <c:v>3.3770000000000001E-2</c:v>
                </c:pt>
                <c:pt idx="21">
                  <c:v>4.0989999999999999E-2</c:v>
                </c:pt>
                <c:pt idx="22">
                  <c:v>4.9349999999999998E-2</c:v>
                </c:pt>
                <c:pt idx="23">
                  <c:v>5.8950000000000002E-2</c:v>
                </c:pt>
                <c:pt idx="24">
                  <c:v>6.9870000000000002E-2</c:v>
                </c:pt>
                <c:pt idx="25">
                  <c:v>8.2150000000000001E-2</c:v>
                </c:pt>
                <c:pt idx="26">
                  <c:v>9.5839999999999995E-2</c:v>
                </c:pt>
                <c:pt idx="27">
                  <c:v>0.11092</c:v>
                </c:pt>
                <c:pt idx="28">
                  <c:v>0.12737000000000001</c:v>
                </c:pt>
                <c:pt idx="29">
                  <c:v>0.14510999999999999</c:v>
                </c:pt>
                <c:pt idx="30">
                  <c:v>0.16400999999999999</c:v>
                </c:pt>
                <c:pt idx="31">
                  <c:v>0.18392</c:v>
                </c:pt>
                <c:pt idx="32">
                  <c:v>0.20462</c:v>
                </c:pt>
                <c:pt idx="33">
                  <c:v>0.22586000000000001</c:v>
                </c:pt>
                <c:pt idx="34">
                  <c:v>0.24734999999999999</c:v>
                </c:pt>
                <c:pt idx="35">
                  <c:v>0.26873999999999998</c:v>
                </c:pt>
                <c:pt idx="36">
                  <c:v>0.28969</c:v>
                </c:pt>
                <c:pt idx="37">
                  <c:v>0.30981999999999998</c:v>
                </c:pt>
                <c:pt idx="38">
                  <c:v>0.32873000000000002</c:v>
                </c:pt>
                <c:pt idx="39">
                  <c:v>0.34605000000000002</c:v>
                </c:pt>
                <c:pt idx="40">
                  <c:v>0.36142000000000002</c:v>
                </c:pt>
                <c:pt idx="41">
                  <c:v>0.37451000000000001</c:v>
                </c:pt>
                <c:pt idx="42">
                  <c:v>0.38501000000000002</c:v>
                </c:pt>
                <c:pt idx="43">
                  <c:v>0.39268999999999998</c:v>
                </c:pt>
                <c:pt idx="44">
                  <c:v>0.39737</c:v>
                </c:pt>
                <c:pt idx="45">
                  <c:v>0.39894000000000002</c:v>
                </c:pt>
                <c:pt idx="46">
                  <c:v>0.39737</c:v>
                </c:pt>
                <c:pt idx="47">
                  <c:v>0.39268999999999998</c:v>
                </c:pt>
                <c:pt idx="48">
                  <c:v>0.38501000000000002</c:v>
                </c:pt>
                <c:pt idx="49">
                  <c:v>0.37451000000000001</c:v>
                </c:pt>
                <c:pt idx="50">
                  <c:v>0.36142000000000002</c:v>
                </c:pt>
                <c:pt idx="51">
                  <c:v>0.34605000000000002</c:v>
                </c:pt>
                <c:pt idx="52">
                  <c:v>0.32873000000000002</c:v>
                </c:pt>
                <c:pt idx="53">
                  <c:v>0.30981999999999998</c:v>
                </c:pt>
                <c:pt idx="54">
                  <c:v>0.28969</c:v>
                </c:pt>
                <c:pt idx="55">
                  <c:v>0.26873999999999998</c:v>
                </c:pt>
                <c:pt idx="56">
                  <c:v>0.24734999999999999</c:v>
                </c:pt>
                <c:pt idx="57">
                  <c:v>0.22586000000000001</c:v>
                </c:pt>
                <c:pt idx="58">
                  <c:v>0.20462</c:v>
                </c:pt>
                <c:pt idx="59">
                  <c:v>0.18392</c:v>
                </c:pt>
                <c:pt idx="60">
                  <c:v>0.16400999999999999</c:v>
                </c:pt>
                <c:pt idx="61">
                  <c:v>0.14510999999999999</c:v>
                </c:pt>
                <c:pt idx="62">
                  <c:v>0.12737000000000001</c:v>
                </c:pt>
                <c:pt idx="63">
                  <c:v>0.11092</c:v>
                </c:pt>
                <c:pt idx="64">
                  <c:v>9.5839999999999995E-2</c:v>
                </c:pt>
                <c:pt idx="65">
                  <c:v>8.2150000000000001E-2</c:v>
                </c:pt>
                <c:pt idx="66">
                  <c:v>6.9870000000000002E-2</c:v>
                </c:pt>
                <c:pt idx="67">
                  <c:v>5.8950000000000002E-2</c:v>
                </c:pt>
                <c:pt idx="68">
                  <c:v>4.9349999999999998E-2</c:v>
                </c:pt>
                <c:pt idx="69">
                  <c:v>4.0989999999999999E-2</c:v>
                </c:pt>
                <c:pt idx="70">
                  <c:v>3.3770000000000001E-2</c:v>
                </c:pt>
                <c:pt idx="71">
                  <c:v>2.7609999999999999E-2</c:v>
                </c:pt>
                <c:pt idx="72">
                  <c:v>2.239E-2</c:v>
                </c:pt>
                <c:pt idx="73">
                  <c:v>1.8020000000000001E-2</c:v>
                </c:pt>
                <c:pt idx="74">
                  <c:v>1.439E-2</c:v>
                </c:pt>
                <c:pt idx="75">
                  <c:v>1.14E-2</c:v>
                </c:pt>
                <c:pt idx="76">
                  <c:v>8.9599999999999992E-3</c:v>
                </c:pt>
                <c:pt idx="77">
                  <c:v>6.9800000000000001E-3</c:v>
                </c:pt>
                <c:pt idx="78">
                  <c:v>5.4000000000000003E-3</c:v>
                </c:pt>
                <c:pt idx="79">
                  <c:v>4.15E-3</c:v>
                </c:pt>
                <c:pt idx="80">
                  <c:v>3.16E-3</c:v>
                </c:pt>
                <c:pt idx="81">
                  <c:v>2.3800000000000002E-3</c:v>
                </c:pt>
                <c:pt idx="82">
                  <c:v>1.7899999999999999E-3</c:v>
                </c:pt>
                <c:pt idx="83">
                  <c:v>1.33E-3</c:v>
                </c:pt>
                <c:pt idx="84">
                  <c:v>9.7999999999999997E-4</c:v>
                </c:pt>
                <c:pt idx="85">
                  <c:v>7.2000000000000005E-4</c:v>
                </c:pt>
                <c:pt idx="86">
                  <c:v>5.1999999999999995E-4</c:v>
                </c:pt>
                <c:pt idx="87">
                  <c:v>3.8000000000000002E-4</c:v>
                </c:pt>
                <c:pt idx="88">
                  <c:v>2.7E-4</c:v>
                </c:pt>
                <c:pt idx="89">
                  <c:v>1.9000000000000001E-4</c:v>
                </c:pt>
                <c:pt idx="90">
                  <c:v>1.2999999999999999E-4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4B-9A46-BC95-0E9610640E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1442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108960"/>
            <a:ext cx="2377440" cy="2377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566160"/>
            <a:ext cx="2194560" cy="21945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2 · ДЕНЬ 1 · 10:00 – 13:15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Статистический анализ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Статистика, это ваш детектор вранья в данных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это после вайб-кодинга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727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Прошлая неделя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учились не верить данным на слово.</a:t>
            </a:r>
            <a:endParaRPr lang="en-US" sz="1700" dirty="0"/>
          </a:p>
          <a:p>
            <a:pPr marL="0" indent="0">
              <a:lnSpc>
                <a:spcPts val="2400"/>
              </a:lnSpc>
              <a:buNone/>
            </a:pPr>
            <a:endParaRPr lang="en-US" sz="17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посчитал, а число врёт. Значит, проверяй.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5727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Эта неделя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83480" y="210312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инструменты, которые говорят, </a:t>
            </a: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ли</a:t>
            </a:r>
            <a:r>
              <a:rPr lang="en-US" sz="17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верить числу.</a:t>
            </a:r>
            <a:endParaRPr lang="en-US" sz="1700" dirty="0"/>
          </a:p>
          <a:p>
            <a:pPr marL="0" indent="0">
              <a:lnSpc>
                <a:spcPts val="2400"/>
              </a:lnSpc>
              <a:buNone/>
            </a:pPr>
            <a:endParaRPr lang="en-US" sz="17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как они сами врут, если жульничать.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 считает машина. От вас, понять, что значит цифра и когда она лжёт.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утра: пять тем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44752"/>
            <a:ext cx="420624" cy="420624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50" y="1545702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371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828800" y="13716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937760" y="13716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 нас на руках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029968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" y="2103120"/>
            <a:ext cx="420624" cy="420624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50" y="2204070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0299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828800" y="20299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Центр и разброс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937760" y="20299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число о множестве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2688336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85800" y="2761488"/>
            <a:ext cx="420624" cy="420624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750" y="2862438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268833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1828800" y="268833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Распределения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4937760" y="268833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за числом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48640" y="3346704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5800" y="3419856"/>
            <a:ext cx="420624" cy="420624"/>
          </a:xfrm>
          <a:prstGeom prst="ellipse">
            <a:avLst/>
          </a:prstGeom>
          <a:solidFill>
            <a:srgbClr val="7C3A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750" y="3520806"/>
            <a:ext cx="218724" cy="2187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25880" y="33467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1828800" y="33467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Связь двух величин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4937760" y="334670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и её обманы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48640" y="400507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85800" y="4078224"/>
            <a:ext cx="420624" cy="420624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750" y="4179174"/>
            <a:ext cx="218724" cy="21872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25880" y="400507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26"/>
          <p:cNvSpPr/>
          <p:nvPr/>
        </p:nvSpPr>
        <p:spPr>
          <a:xfrm>
            <a:off x="1828800" y="40050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выборки к правде</a:t>
            </a:r>
            <a:endParaRPr lang="en-US" sz="1700" dirty="0"/>
          </a:p>
        </p:txBody>
      </p:sp>
      <p:sp>
        <p:nvSpPr>
          <p:cNvPr id="34" name="Text 27"/>
          <p:cNvSpPr/>
          <p:nvPr/>
        </p:nvSpPr>
        <p:spPr>
          <a:xfrm>
            <a:off x="4937760" y="400507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и его подвохи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Нерв дня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280160" cy="1280160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1861718"/>
            <a:ext cx="665683" cy="6656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Статистика, это детектор вранья.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2194560" y="2523744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14600" y="24231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может врать: один выброс или перекос тянут его в сторону.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94560" y="3182112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14600" y="30815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может врать: связь есть, причины нет; разрежете по группе, перевернётся.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94560" y="384048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373989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«Значимый» результат может врать: перебрали гипотез, поймали случайность.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 же недоверчивость со вторника спасает вас от моделей, которые уверенно ошибаются.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926080"/>
            <a:ext cx="3291840" cy="3291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1097280"/>
            <a:ext cx="2743200" cy="2743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1371600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3172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8745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331720" y="31089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 нас на руках, и кому верить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данные и зачем картинки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86200" cy="2926080"/>
          </a:xfrm>
          <a:prstGeom prst="roundRect">
            <a:avLst>
              <a:gd name="adj" fmla="val 2500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002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Зафиксированные факты о мире: числа, категории, тексты.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Сами по себе это просто таблица. Смысл появляется, когда вы задаёте вопрос.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886200" cy="2926080"/>
          </a:xfrm>
          <a:prstGeom prst="roundRect">
            <a:avLst>
              <a:gd name="adj" fmla="val 2500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6002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визуализация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983480" y="205740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Глаз ловит закономерность быстрее, чем колонка цифр.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Картинка показывает то, что среднее прячет: форму, выброс, два горба.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Популяция и выборка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017520" cy="3017520"/>
          </a:xfrm>
          <a:prstGeom prst="ellipse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ПОПУЛЯЦИЯ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37744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219456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256032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228600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301752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320040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301752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356616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374904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347472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3200400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3017520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3749040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2743200"/>
            <a:ext cx="640080" cy="457200"/>
          </a:xfrm>
          <a:prstGeom prst="rightArrow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2331720"/>
            <a:ext cx="1280160" cy="1280160"/>
          </a:xfrm>
          <a:prstGeom prst="ellipse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265176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292608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310896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46304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29400" y="1691640"/>
            <a:ext cx="1783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вас никогда нет всего.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судите о целом по куску, а кусок может врать.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статистика про этот прыжок.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 и статистика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86200" cy="2377440"/>
          </a:xfrm>
          <a:prstGeom prst="roundRect">
            <a:avLst>
              <a:gd name="adj" fmla="val 3077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627632"/>
            <a:ext cx="502920" cy="502920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1748333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276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3429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про всю популяцию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 неизвестно, её не измерить целиком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(среднее), σ (разброс)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09160" y="1417320"/>
            <a:ext cx="3886200" cy="2377440"/>
          </a:xfrm>
          <a:prstGeom prst="roundRect">
            <a:avLst>
              <a:gd name="adj" fmla="val 3077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0328" y="1627632"/>
            <a:ext cx="502920" cy="502920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029" y="1748333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6276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Статистика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937760" y="2286000"/>
            <a:ext cx="3429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про выборку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его мы реально считаем по данным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(среднее), s (разброс)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статистику по выборке, чтобы догадаться о параметре популяции. В этом вся игра.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Какими бывают данные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618488"/>
            <a:ext cx="548640" cy="548640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1750162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361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Качественные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19385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категории, не числа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63040" y="22860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цвет, город, пол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09160" y="137160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0328" y="1618488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002" y="175016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5361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Количественные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623560" y="19385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измеримые числом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23560" y="22860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цена, рост, возраст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06324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9808" y="3310128"/>
            <a:ext cx="548640" cy="548640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3441802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227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Дискретные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463040" y="36301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по штукам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463040" y="3977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число детей, кликов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709160" y="306324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910328" y="3310128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2002" y="3441802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3227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Непрерывные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5623560" y="36301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значение в диапазоне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623560" y="3977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вес, время, температура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Уровни измерения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54480"/>
            <a:ext cx="548640" cy="548640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16861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4904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Номинальный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18745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 без порядка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63040" y="222199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пол, город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32588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0328" y="1554480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002" y="168615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4904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Порядковый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623560" y="18745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есть, шаг неизвестен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623560" y="222199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образование, рейтинг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2953512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9808" y="3182112"/>
            <a:ext cx="548640" cy="548640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313786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11810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Интервальный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463040" y="35021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равные шаги, без истинного нуля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463040" y="384962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темп. °C, год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709160" y="2953512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910328" y="3182112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002" y="3313786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311810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Относительный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5623560" y="35021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истинный ноль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623560" y="384962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цена, возраст, рост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важно: тип признака решает, что можно посчитать и как ML его закодирует (one-hot из Дня 4).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926080"/>
            <a:ext cx="3291840" cy="32918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1097280"/>
            <a:ext cx="2743200" cy="2743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1371600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3172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8745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Центр и разброс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331720" y="31089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сжать множество чисел в одно, и что при этом теряется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центр: среднее, медиана, мода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Среднее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÷ количество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тянется к выбросам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645920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204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0624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Медиана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посередине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устойчива к выбросам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14173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645920"/>
            <a:ext cx="548640" cy="548640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636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частое значение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годится и для категорий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среднее тянется к выбросам: в сумму входит каждое значение, и одно большое перетягивает итог. Медиана смотрит только на середину.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Разбор: среднее и медиана руками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Среднее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6, 12, 8, 5, 10 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= 6+12+8+5+10 = 41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делим на количество, на 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 = 8.2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Медиана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7, 3, 11, 6, 9, 9 }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сортируем: 3 6 </a:t>
            </a: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7 9</a:t>
            </a: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9 11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чисел чётно, берём среднее двух центральных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3520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(7+9)/2 = 8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среднее врёт: перекос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2724912"/>
            <a:ext cx="310896" cy="13898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1179576" y="2066544"/>
            <a:ext cx="310896" cy="20482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1536192" y="2871216"/>
            <a:ext cx="310896" cy="12435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1892808" y="3310128"/>
            <a:ext cx="310896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2249424" y="3602736"/>
            <a:ext cx="310896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2606040" y="3792931"/>
            <a:ext cx="310896" cy="321869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2962656" y="3909974"/>
            <a:ext cx="310896" cy="20482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9272" y="3983126"/>
            <a:ext cx="310896" cy="13167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4027018"/>
            <a:ext cx="310896" cy="8778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4032504" y="4056278"/>
            <a:ext cx="310896" cy="5852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2240280" y="1600200"/>
            <a:ext cx="0" cy="2514600"/>
          </a:xfrm>
          <a:prstGeom prst="line">
            <a:avLst/>
          </a:prstGeom>
          <a:noFill/>
          <a:ln w="31750">
            <a:solidFill>
              <a:srgbClr val="0D948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46304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14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1600200"/>
            <a:ext cx="0" cy="2514600"/>
          </a:xfrm>
          <a:prstGeom prst="line">
            <a:avLst/>
          </a:prstGeom>
          <a:noFill/>
          <a:ln w="31750">
            <a:solidFill>
              <a:srgbClr val="F9731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926080" y="4160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32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146304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1500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 на Титанике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0" y="205740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Большинство платило мало, но горстка дорогих кают тянет </a:t>
            </a: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</a:t>
            </a: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вправо, в пустой хвост.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осталась там, где реально люди.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тут не «типичный человек».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Насколько данные разбросаны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Размах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3716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−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37160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груб, ловит только крайности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21284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Дисперсия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21284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средний квадрат отклонения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21284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квадратных единицах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0540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Ст. отклонение (SD)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30540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корень из дисперсии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05409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тех же единицах, читаемо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93192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берут именно SD: </a:t>
            </a: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дисперсия выходит в квадратных единицах (рубли в квадрате читать невозможно). Корень возвращает к обычным рублям и годам.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Разбор: стандартное отклонение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2, 10, 8, 6, 3, 7 }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среднее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80360" y="184708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(2+10+8+6+3+7)/6 = 6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3500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отклонения от 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80360" y="23500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−4, +4, +2, 0, −3, +1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365760" cy="365760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8529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квадраты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80360" y="28529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16, 16, 4, 0, 9, 1, сумма 46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3558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дисперсия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880360" y="33558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/ 6 = 7.67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8587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корень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880360" y="385876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√7.67 = σ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126480" y="187452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≈ 2.77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309360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среднем точки отходят от центра 6 примерно на 2.8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это считает машина одной строкой. Но теперь вы знаете, что именно она посчитала и что значит результат.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центр, разные миры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63040"/>
          <a:ext cx="52120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3154680" y="1600200"/>
            <a:ext cx="0" cy="2606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5989320" y="14630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17920" y="169164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у обоих одно.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данные совсем разные.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одних значения жмутся к центру, у других гуляют широко.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без разброса, это половина правды.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Квартили и межквартильный размах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71323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68880"/>
            <a:ext cx="0" cy="548640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2468880"/>
            <a:ext cx="0" cy="548640"/>
          </a:xfrm>
          <a:prstGeom prst="line">
            <a:avLst/>
          </a:prstGeom>
          <a:noFill/>
          <a:ln w="38100">
            <a:solidFill>
              <a:srgbClr val="5B21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468880"/>
            <a:ext cx="0" cy="54864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2468880"/>
            <a:ext cx="0" cy="548640"/>
          </a:xfrm>
          <a:prstGeom prst="line">
            <a:avLst/>
          </a:prstGeom>
          <a:noFill/>
          <a:ln w="38100">
            <a:solidFill>
              <a:srgbClr val="5B21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2468880"/>
            <a:ext cx="0" cy="548640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68880" y="2542032"/>
            <a:ext cx="3474720" cy="402336"/>
          </a:xfrm>
          <a:prstGeom prst="roundRect">
            <a:avLst>
              <a:gd name="adj" fmla="val 11364"/>
            </a:avLst>
          </a:prstGeom>
          <a:solidFill>
            <a:srgbClr val="F5F3FF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IQR, средние 50% данных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3703320"/>
            <a:ext cx="7132320" cy="91440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3703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это 25-й перцентиль, Q3 это 75-й. IQR = Q3 − Q1. </a:t>
            </a: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он удобен: выброс на краю его не сдвигает (в отличие от размаха), значит, разброс описывается честнее.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Разбор: квартили и правило 1.5·IQR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5,1,6,4,2,6,7,3,1,8,4,8 }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сортируем:  1 1 2 </a:t>
            </a:r>
            <a:r>
              <a:rPr lang="en-US" sz="1500" b="1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</a:t>
            </a:r>
            <a:r>
              <a:rPr lang="en-US" sz="15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3 4 4 5 6 6 </a:t>
            </a:r>
            <a:r>
              <a:rPr lang="en-US" sz="1500" b="1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</a:t>
            </a:r>
            <a:r>
              <a:rPr lang="en-US" sz="15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7 8 8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7744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нижней половины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0" y="2331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2862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77440" y="28620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верхней половины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28620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3924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377440" y="33924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Q3 − Q1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339242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922776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9227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верхний забор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377440" y="39227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+ 1.5 · IQR = 6.5 + 6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392277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3640" y="2331720"/>
            <a:ext cx="2331720" cy="2157984"/>
          </a:xfrm>
          <a:prstGeom prst="roundRect">
            <a:avLst>
              <a:gd name="adj" fmla="val 3390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забор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29260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выше 12.5, лежит подозрительно далеко от основной массы, это кандидат в выбросы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Ящик с усами: центр, разброс, выбросы сразу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664208" y="2651760"/>
            <a:ext cx="340156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2148840"/>
            <a:ext cx="2267712" cy="1005840"/>
          </a:xfrm>
          <a:prstGeom prst="rect">
            <a:avLst/>
          </a:prstGeom>
          <a:solidFill>
            <a:srgbClr val="F5F3FF"/>
          </a:solidFill>
          <a:ln w="25400">
            <a:solidFill>
              <a:srgbClr val="5B21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48456" y="2148840"/>
            <a:ext cx="0" cy="100584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4208" y="2377440"/>
            <a:ext cx="0" cy="5486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16168" y="2377440"/>
            <a:ext cx="0" cy="5486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93408" y="2578608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7452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08376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42232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76088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выброс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картинка отвечает сразу на три вопроса: где центр, как широко, есть ли странные точки. Поэтому это первый график при знакомстве с данными.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926080"/>
            <a:ext cx="3291840" cy="3291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1097280"/>
            <a:ext cx="2743200" cy="2743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1371600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3172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8745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Распределения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331720" y="31089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число прячет форму. Распределение её показывает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распределение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показывает, какие значения встречаются и насколько часто.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724912"/>
            <a:ext cx="502920" cy="502920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2845613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724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Дискретное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" y="33375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отдельные значения по штукам: грань кубика, число звонков за час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09160" y="251460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10328" y="2724912"/>
            <a:ext cx="502920" cy="502920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029" y="2845613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2724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Непрерывное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937760" y="33375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значение в диапазоне: рост, вес, время; описываем кривой плотности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Самое простое: равномерное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777240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977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39112" y="1828800"/>
            <a:ext cx="777240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2039112" y="3977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80944" y="1828800"/>
            <a:ext cx="777240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2980944" y="3977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22776" y="1828800"/>
            <a:ext cx="777240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922776" y="3977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64608" y="1828800"/>
            <a:ext cx="777240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977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06440" y="1828800"/>
            <a:ext cx="777240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3977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0" y="1554480"/>
            <a:ext cx="2057400" cy="2651760"/>
          </a:xfrm>
          <a:prstGeom prst="roundRect">
            <a:avLst>
              <a:gd name="adj" fmla="val 3556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Кубик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66560" y="2194560"/>
            <a:ext cx="1691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исхода один и тот же шанс: 1/6.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бросков форму не меняет, только делает её ровнее.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 прячется за одним числом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554480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3200400" y="1691640"/>
            <a:ext cx="0" cy="2560320"/>
          </a:xfrm>
          <a:prstGeom prst="line">
            <a:avLst/>
          </a:prstGeom>
          <a:noFill/>
          <a:ln w="31750">
            <a:solidFill>
              <a:srgbClr val="F97316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2651760" y="1463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80760" y="155448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09360" y="178308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Тут два горба, две разные группы. А среднее садится ровно в провал между ними,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почти никого нет.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смотрите на форму, а не только на число.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Нормальное распределение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63040"/>
          <a:ext cx="50292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463040"/>
            <a:ext cx="2788920" cy="2377440"/>
          </a:xfrm>
          <a:prstGeom prst="roundRect">
            <a:avLst>
              <a:gd name="adj" fmla="val 3077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0" y="1664208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77393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0" y="1664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Колокол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035040" y="22402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Симметричен вокруг среднего, хвосты быстро спадают. Большинство значений рядом с центром.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97764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22960" y="39776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он повсюду: </a:t>
            </a: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величина складывается из множества мелких случайностей (рост это гены плюс питание плюс сон плюс...), сумма стремится к колоколу. Это и есть ЦПТ.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Правило 68 – 95 – 99.7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17320"/>
          <a:ext cx="8229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28016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28016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 SD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7764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97764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 SD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7512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67512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 SD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526280"/>
            <a:ext cx="8046720" cy="0"/>
          </a:xfrm>
          <a:prstGeom prst="roundRect">
            <a:avLst>
              <a:gd name="adj" fmla="val Infinity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z-score: на сколько вы далеко от среднего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727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(значение − среднее) / SD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1396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стандартных отклонений отделяет точку от центра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4937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" y="3108960"/>
            <a:ext cx="530352" cy="530352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28" y="3236244"/>
            <a:ext cx="275783" cy="27578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3090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 выбросов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71600" y="3401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больше 2–3, это кандидат в аномалии. Сегодня в лабе.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840480"/>
            <a:ext cx="4937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4944" y="3931920"/>
            <a:ext cx="530352" cy="530352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28" y="4059204"/>
            <a:ext cx="275783" cy="27578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3913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371600" y="4224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любит признаки на одной шкале. Понадобится на этой неделе.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715000" y="1417320"/>
            <a:ext cx="2880360" cy="3337560"/>
          </a:xfrm>
          <a:prstGeom prst="roundRect">
            <a:avLst>
              <a:gd name="adj" fmla="val 2540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943600" y="1627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читать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1031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0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ровно на среднем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+1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на 1 SD выше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−2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на 2 SD ниже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в см и вес в кг после этого сравнимы: оба переведены в «отклонения от своего среднего».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Разбор: z-score для IQ = 140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среднее = 100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= 15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значение = 140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(140 − 100) / 15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≈ 2.67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это значит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92040" y="205740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на 2.67 SD выше среднего.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таблице нормального это </a:t>
            </a: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99.6-й перцентиль.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есть IQ 140 выше, чем у 99.6% людей.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Перцентили: ваше место в ряду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73152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06040"/>
            <a:ext cx="0" cy="45720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2606040"/>
            <a:ext cx="0" cy="45720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606040"/>
            <a:ext cx="0" cy="45720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606040"/>
            <a:ext cx="0" cy="45720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2606040"/>
            <a:ext cx="0" cy="45720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743200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здесь, 75-й перцентиль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65760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36576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«75-й перцентиль» значит, что вы выше 75% значений. А медиана, это просто 50-й перцентиль, ровно середина.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1188720"/>
            <a:ext cx="2560320" cy="2560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0" y="11887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Перерыв 15 минут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перерыва переходим от одной переменной к связи двух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926080"/>
            <a:ext cx="3291840" cy="32918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1097280"/>
            <a:ext cx="2743200" cy="2743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1371600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3172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8745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Связь двух переменных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331720" y="31089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Корреляция, и три способа, которыми она обманывает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величины вместе: диаграмма рассеяния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2062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737360"/>
            <a:ext cx="0" cy="22860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4023360"/>
            <a:ext cx="3291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17200" y="3098592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19723" y="2850229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49826" y="2128700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56905" y="2719208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7356" y="3328859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5978" y="2944030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01739" y="2602506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22951" y="3093720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1973" y="3376968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9113" y="2993438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0000" y="3652947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3747" y="3126779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6145" y="3039650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48274" y="2047328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4069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1737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141732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12080" y="1645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Каждая точка, один объект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214884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две его величины: по X и по Y.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Глаз видит, ползёт ли облако вверх, вниз или никуда.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Прежде чем считать r, посмотрите на облако.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Корреляция Пирсона: одно число про связь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645920"/>
            <a:ext cx="0" cy="16459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291840"/>
            <a:ext cx="1920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34690" y="1737360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2384" y="2511522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9213" y="2592469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68014" y="2276995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3800" y="3152265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65549" y="3023418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0883" y="2240018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96402" y="2024112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99897" y="2122581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83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≈ +0.9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29000" y="137160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1645920"/>
            <a:ext cx="0" cy="16459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3291840"/>
            <a:ext cx="1920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0683" y="2318258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68069" y="2107049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7155" y="3090348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07382" y="2987017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87961" y="2306476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09261" y="1974123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01911" y="2481894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5032" y="2359794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55264" y="2773228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383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≈ 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137160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37960" y="1645920"/>
            <a:ext cx="0" cy="16459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3291840"/>
            <a:ext cx="1920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35942" y="2090977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93526" y="2472974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69808" y="2291793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82637" y="2930930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62293" y="2795186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51255" y="2686455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36879" y="3141048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40256" y="2297973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53587" y="2045440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3383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≈ −0.9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48640" y="388620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22960" y="38862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</a:t>
            </a: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ловит только прямую зависимость. Идеальная дуга (парабола) даст r около 0, хотя связь железная. Поэтому облако смотрят раньше, чем считают r.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Разбор: рост и вес</a:t>
            </a:r>
            <a:endParaRPr lang="en-US" sz="25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237744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рост 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вес 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383280" y="1463040"/>
            <a:ext cx="5212080" cy="109728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11880" y="14630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x̄ = 10,  ȳ = 150.   Σ(x−x̄)(y−ȳ) = 101,  Σ(x−x̄)² = 64,  Σ(y−ȳ)² = 196.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383280" y="27432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1188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101 / √(64 · 196) = 101 / 112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1188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≈ 0.90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486400" y="3520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сильная положительная связь: выше человек, тяжелее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Корреляция, это ещё не причинность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276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Мороженое и утопления растут вместе. </a:t>
            </a:r>
            <a:r>
              <a:rPr lang="en-US" sz="18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мороженое топит людей?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Нет, оба растут летом. За связью стоит третий фактор: жара.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69080" y="3154680"/>
            <a:ext cx="914400" cy="914400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69080" y="3154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3192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554480" y="3154680"/>
            <a:ext cx="914400" cy="914400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3154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мороженое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3154680"/>
            <a:ext cx="914400" cy="914400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3154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7220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утопления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3566160"/>
            <a:ext cx="14630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headEnd type="triangl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029200" y="3566160"/>
            <a:ext cx="14630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Парадокс Симпсона: связь переворачивается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8463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45920"/>
            <a:ext cx="0" cy="2468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114800"/>
            <a:ext cx="4114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3582670"/>
            <a:ext cx="137160" cy="1371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3283828"/>
            <a:ext cx="137160" cy="1371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92224" y="3109832"/>
            <a:ext cx="137160" cy="1371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48256" y="2964640"/>
            <a:ext cx="137160" cy="1371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04288" y="2769110"/>
            <a:ext cx="137160" cy="1371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3794760"/>
            <a:ext cx="1143000" cy="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821237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24912" y="2710603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80944" y="239760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36976" y="2290821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93008" y="2048997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23160" y="3063240"/>
            <a:ext cx="1143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2040204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13632" y="1848109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69664" y="1651210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25696" y="1491160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1375421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2331720"/>
            <a:ext cx="11430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2011680"/>
            <a:ext cx="3474720" cy="1737360"/>
          </a:xfrm>
          <a:prstGeom prst="line">
            <a:avLst/>
          </a:prstGeom>
          <a:noFill/>
          <a:ln w="31750">
            <a:solidFill>
              <a:srgbClr val="DC262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577840" y="1371600"/>
            <a:ext cx="3017520" cy="3246120"/>
          </a:xfrm>
          <a:prstGeom prst="roundRect">
            <a:avLst>
              <a:gd name="adj" fmla="val 2424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0644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Пингвины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06440" y="196596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вместе: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−0.47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каждого вида: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+0.58 · +0.60 · +0.72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Стоит разрезать по группе, и вывод становится обратным. Поэтому всегда спрашивайте, не смешаны ли разные группы.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Мультиколлинеарность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1188720"/>
          </a:xfrm>
          <a:prstGeom prst="roundRect">
            <a:avLst>
              <a:gd name="adj" fmla="val 6154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признака, которые говорят почти одно и то же, в одной модели мешают друг другу.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886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3108960"/>
            <a:ext cx="530352" cy="530352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3236244"/>
            <a:ext cx="275783" cy="27578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36118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Годовой дождь и уровень грунтовых вод, это почти одно. Вместе в регрессии коэффициенты начнут «плавать» и теряют смысл.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709160" y="2880360"/>
            <a:ext cx="3886200" cy="1737360"/>
          </a:xfrm>
          <a:prstGeom prst="roundRect">
            <a:avLst>
              <a:gd name="adj" fmla="val 4211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10328" y="3108960"/>
            <a:ext cx="530352" cy="530352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612" y="3236244"/>
            <a:ext cx="275783" cy="27578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делать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937760" y="36118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Заранее смотрите корреляции признаков. Сильно связанные оставляйте по одному. Это и есть feature selection.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926080"/>
            <a:ext cx="3291840" cy="3291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1097280"/>
            <a:ext cx="2743200" cy="2743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1371600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3172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8745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выборки к правде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331720" y="31089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 куску судить о целом, и где этот прыжок ломается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Смещение выборки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1508760"/>
          </a:xfrm>
          <a:prstGeom prst="roundRect">
            <a:avLst>
              <a:gd name="adj" fmla="val 4848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81912"/>
            <a:ext cx="530352" cy="530352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24" y="1709196"/>
            <a:ext cx="275783" cy="2757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819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Опрос выживших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2057400"/>
            <a:ext cx="6903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Больница обзванивает пациентов после рискованной операции, чтобы её оценить. Но погибшие трубку не берут, и в выборку попадают только выжившие. Операция кажется безопаснее, чем она есть.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 выборка → кривой вывод.   </a:t>
            </a: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ML: кривые данные → кривая модель.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Прежде чем верить числу, спросите: кто попал в данные, а кто молча выпал?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Центральная предельная теорема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 популяция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691640"/>
          <a:ext cx="27432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611880" y="2514600"/>
            <a:ext cx="1005840" cy="640080"/>
          </a:xfrm>
          <a:prstGeom prst="rightArrow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3383280" y="3200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многих выборок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 стремятся к норме</a:t>
            </a:r>
            <a:endParaRPr lang="en-US" sz="13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5029200" y="1691640"/>
          <a:ext cx="27432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384048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22960" y="384048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нужно: </a:t>
            </a: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мы знаем, как ведёт себя среднее выборки, по одной выборке можно строить доверительный интервал и считать p-value. Без ЦПТ вывод о популяции был бы невозможен.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Стандартная ошибка среднего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выборки само случайно: взяли бы другую выборку, получили бы чуть другое число.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говорит, насколько оно гуляет от выборки к выборке.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= SD / √n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92040" y="2331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= 50,  n = 100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= 50 / √100 = 50/10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= 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 корнем n: ошибка падает медленно. Чтобы ужать неопределённость вдвое, нужно вчетверо больше данных. Вот почему точность дорого стоит.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гипотез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86200" cy="1737360"/>
          </a:xfrm>
          <a:prstGeom prst="roundRect">
            <a:avLst>
              <a:gd name="adj" fmla="val 4211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H₀, нулевая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«разницы или связи нет, всё это случайность». Именно её мы пытаемся опровергнуть.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886200" cy="1737360"/>
          </a:xfrm>
          <a:prstGeom prst="roundRect">
            <a:avLst>
              <a:gd name="adj" fmla="val 4211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H₁, альтернативная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37760" y="20574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«разница или связь есть». То, что мы хотим показать данными.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337560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Двусторонний тест</a:t>
            </a: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«отличается» в любую сторону.   </a:t>
            </a: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Односторонний</a:t>
            </a: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конкретно «больше» или конкретно «меньше».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p-value: что значит «значимо»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86200" cy="3154680"/>
          </a:xfrm>
          <a:prstGeom prst="roundRect">
            <a:avLst>
              <a:gd name="adj" fmla="val 2319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0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Значит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429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«если бы связи не было, такой результат был бы редкой случайностью».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меньше 0.05, маловероятно, что это просто шум.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886200" cy="3154680"/>
          </a:xfrm>
          <a:prstGeom prst="roundRect">
            <a:avLst>
              <a:gd name="adj" fmla="val 2319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600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значит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057400"/>
            <a:ext cx="3429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эффект большой или важный;</a:t>
            </a:r>
            <a:endParaRPr lang="en-US" sz="1500" dirty="0"/>
          </a:p>
          <a:p>
            <a:pPr marL="0" indent="0">
              <a:lnSpc>
                <a:spcPts val="1900"/>
              </a:lnSpc>
              <a:buNone/>
            </a:pPr>
            <a:endParaRPr lang="en-US" sz="15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одно вызывает другое;</a:t>
            </a:r>
            <a:endParaRPr lang="en-US" sz="1500" dirty="0"/>
          </a:p>
          <a:p>
            <a:pPr marL="0" indent="0">
              <a:lnSpc>
                <a:spcPts val="1900"/>
              </a:lnSpc>
              <a:buNone/>
            </a:pPr>
            <a:endParaRPr lang="en-US" sz="15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результат точно настоящий, особенно если перебрать много гипотез.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914400"/>
            <a:ext cx="3291840" cy="329184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7724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8229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обеда: охота на призрак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2103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Переберите достаточно случайных пар, и что-то </a:t>
            </a:r>
            <a:r>
              <a:rPr lang="en-US" sz="2100" b="1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</a:t>
            </a:r>
            <a:r>
              <a:rPr lang="en-US" sz="2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выскочит «значимым».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85800" y="2880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p-hacking. И это статистическое ядро того, почему модели переобучаются, а R² = 0.99 умеет врать.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85800" y="3886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задача в лабе: найти такой призрак и показать ловушку.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926080"/>
            <a:ext cx="3291840" cy="3291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1097280"/>
            <a:ext cx="2743200" cy="2743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1371600"/>
          </a:xfrm>
          <a:prstGeom prst="ellipse">
            <a:avLst/>
          </a:prstGeom>
          <a:solidFill>
            <a:srgbClr val="7C3A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3172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8745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Расширение, опционально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331720" y="31089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идём быстро. Для каждого метода: зачем он и пример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7C3A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Вероятность: база и условная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86200" cy="1783080"/>
          </a:xfrm>
          <a:prstGeom prst="roundRect">
            <a:avLst>
              <a:gd name="adj" fmla="val 4103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Вероятность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шанс события от 0 до 1. У монеты орёл это 0.5. Прошлые броски на следующий не влияют, у монеты нет памяти.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886200" cy="1783080"/>
          </a:xfrm>
          <a:prstGeom prst="roundRect">
            <a:avLst>
              <a:gd name="adj" fmla="val 4103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Условная P(A|B)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37760" y="199339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 A, если уже известно, что случилось B. Новая информация меняет шансы.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8046720" cy="1188720"/>
          </a:xfrm>
          <a:prstGeom prst="roundRect">
            <a:avLst>
              <a:gd name="adj" fmla="val 6154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4290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Пример. </a:t>
            </a: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250 нанятых 120 предлагали повышение, и 75 из этих 120 всё ещё в компании. Тогда вероятность остаться при условии «предлагали повышение» равна 75/120 = </a:t>
            </a:r>
            <a:r>
              <a:rPr lang="en-US" sz="14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0.63.</a:t>
            </a:r>
            <a:endParaRPr lang="en-US" sz="14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7C3A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Теорема Байеса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72768"/>
            <a:ext cx="502920" cy="502920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1693469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72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чего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обновлять веру при новой улике. Было 50 на 50, пришёл признак, пересчитали шансы.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встречается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8404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спам-фильтры, медицинские тесты, наивный Байес в классификации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37160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554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Пример: спам-фильтр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37760" y="19659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Слово «special» есть в 4% спама и в 1% обычных писем; спам и не-спам поначалу равновероятны.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93776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(0.04·0.5) / (0.04·0.5 + 0.01·0.5)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37760" y="36118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0.8 спам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мотор наивного Байеса, одного из классификаторов, которые встретятся на этой неделе.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Биномиальное распределение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72768"/>
            <a:ext cx="502920" cy="502920"/>
          </a:xfrm>
          <a:prstGeom prst="ellipse">
            <a:avLst/>
          </a:prstGeom>
          <a:solidFill>
            <a:srgbClr val="0D948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1693469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72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чего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успехов в фиксированном числе попыток с одинаковым шансом p. Отвечает на «сколько раз из n».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встречается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качества (годен / брак), число кликов, конверсии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37160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5727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937760" y="201168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Бросаем монету 5 раз. Какова вероятность ровно 2 орлов?</a:t>
            </a:r>
            <a:endParaRPr lang="en-US" sz="14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5, p = 0.5, x = 2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937760" y="37033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≈ 31%</a:t>
            </a:r>
            <a:endParaRPr lang="en-US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Распределение Пуассона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72768"/>
            <a:ext cx="502920" cy="502920"/>
          </a:xfrm>
          <a:prstGeom prst="ellipse">
            <a:avLst/>
          </a:prstGeom>
          <a:solidFill>
            <a:srgbClr val="F9731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1693469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72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чего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редких событий за интервал времени, если известно среднее λ. Отвечает на «сколько за период».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встречается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звонки в колл-центр за час, отказы оборудования, заходы на сайт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37160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5727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937760" y="201168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среднем 5 ураганов за год. Какова вероятность, что в следующем будет ровно 7?</a:t>
            </a:r>
            <a:endParaRPr lang="en-US" sz="14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5, x = 7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937760" y="37033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≈ 10%</a:t>
            </a:r>
            <a:endParaRPr lang="en-US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7C3A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ANOVA: сравнить больше двух групп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72768"/>
            <a:ext cx="502920" cy="502920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1693469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72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чего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t-тест сравнивает две группы. ANOVA берёт сразу три и больше за один тест, не накапливая ошибку от множества сравнений.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встречается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8862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 тесты, сравнение нескольких вариантов, версий, регионов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37160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554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Пример: продажи по месяцам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37760" y="20116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Февраль, март, апрель. Средние 15, 20, 19. Разница настоящая или это обычный разброс внутри месяцев?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37760" y="32004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разброс между группами / разброс внутри.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F значит, группы правда разные.</a:t>
            </a:r>
            <a:endParaRPr lang="en-U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7C3A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Хи-квадрат: совпадает ли с ожиданием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72768"/>
            <a:ext cx="502920" cy="502920"/>
          </a:xfrm>
          <a:prstGeom prst="ellipse">
            <a:avLst/>
          </a:prstGeom>
          <a:solidFill>
            <a:srgbClr val="5B21B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1693469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72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чего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с категориями. Проверяет, расходятся ли наблюдаемые частоты с ожидаемыми сильнее, чем дала бы случайность.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встречается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8862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ожиданию, связь двух категорий (таблицы сопряжённости)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37160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554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Пример: цвета машин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37760" y="19659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Ждали 25 белых, 20 серебристых, 15 чёрных, 40 прочих. Продали 19 / 31 / 18 / 32.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937760" y="2971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χ² ≈ 9.69  &gt;  7.82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37760" y="35204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превышает порог → реальность не совпала с ожиданием</a:t>
            </a:r>
            <a:endParaRPr lang="en-US" sz="13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291840"/>
            <a:ext cx="2926080" cy="2926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дня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верьте числу, проверяйте его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5B21B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75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Центр и разброс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врёт на перекосе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5B21B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075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распределение, z-score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5B21B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и её обманы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5B21B6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выборка, p-value, призрак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обеда лаборатория: «поймай статистику, которая врёт».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2776</Words>
  <Application>Microsoft Macintosh PowerPoint</Application>
  <PresentationFormat>On-screen Show (16:9)</PresentationFormat>
  <Paragraphs>542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Неделя 2 · День 1 · Статистический анализ</dc:title>
  <dc:subject>PptxGenJS Presentation</dc:subject>
  <dc:creator>YDL 2026</dc:creator>
  <cp:lastModifiedBy>Kuanysh S. Abeshev</cp:lastModifiedBy>
  <cp:revision>2</cp:revision>
  <dcterms:created xsi:type="dcterms:W3CDTF">2026-06-21T14:36:55Z</dcterms:created>
  <dcterms:modified xsi:type="dcterms:W3CDTF">2026-06-24T11:38:23Z</dcterms:modified>
</cp:coreProperties>
</file>